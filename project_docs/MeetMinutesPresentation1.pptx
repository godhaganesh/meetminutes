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68" r:id="rId4"/>
    <p:sldId id="259" r:id="rId5"/>
    <p:sldId id="260" r:id="rId6"/>
    <p:sldId id="262" r:id="rId7"/>
    <p:sldId id="261" r:id="rId8"/>
    <p:sldId id="263" r:id="rId9"/>
    <p:sldId id="264" r:id="rId10"/>
    <p:sldId id="266" r:id="rId11"/>
    <p:sldId id="267" r:id="rId12"/>
    <p:sldId id="269"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F7F1"/>
    <a:srgbClr val="FFFF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9DF6D2-FA29-42D6-B89B-18C36A1B47D5}" v="29" dt="2026-09-28T11:07:32.1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71109" autoAdjust="0"/>
  </p:normalViewPr>
  <p:slideViewPr>
    <p:cSldViewPr snapToGrid="0">
      <p:cViewPr varScale="1">
        <p:scale>
          <a:sx n="63" d="100"/>
          <a:sy n="63" d="100"/>
        </p:scale>
        <p:origin x="117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dha Ganesh Viswanadham" userId="9ff833c26eb962f1" providerId="LiveId" clId="{D45A37DD-0047-4FC0-B34F-405125EF9E76}"/>
    <pc:docChg chg="undo custSel addSld delSld modSld">
      <pc:chgData name="Godha Ganesh Viswanadham" userId="9ff833c26eb962f1" providerId="LiveId" clId="{D45A37DD-0047-4FC0-B34F-405125EF9E76}" dt="2026-09-28T11:08:20.869" v="1615" actId="1037"/>
      <pc:docMkLst>
        <pc:docMk/>
      </pc:docMkLst>
      <pc:sldChg chg="addSp delSp modSp mod setBg">
        <pc:chgData name="Godha Ganesh Viswanadham" userId="9ff833c26eb962f1" providerId="LiveId" clId="{D45A37DD-0047-4FC0-B34F-405125EF9E76}" dt="2026-09-28T10:09:00.230" v="1577" actId="208"/>
        <pc:sldMkLst>
          <pc:docMk/>
          <pc:sldMk cId="335524360" sldId="257"/>
        </pc:sldMkLst>
        <pc:spChg chg="mod">
          <ac:chgData name="Godha Ganesh Viswanadham" userId="9ff833c26eb962f1" providerId="LiveId" clId="{D45A37DD-0047-4FC0-B34F-405125EF9E76}" dt="2026-09-28T10:03:08.692" v="1548" actId="2711"/>
          <ac:spMkLst>
            <pc:docMk/>
            <pc:sldMk cId="335524360" sldId="257"/>
            <ac:spMk id="2" creationId="{E47646EB-B5A9-9474-EE6D-010B81C6E311}"/>
          </ac:spMkLst>
        </pc:spChg>
        <pc:spChg chg="mod">
          <ac:chgData name="Godha Ganesh Viswanadham" userId="9ff833c26eb962f1" providerId="LiveId" clId="{D45A37DD-0047-4FC0-B34F-405125EF9E76}" dt="2026-09-28T10:03:08.692" v="1548" actId="2711"/>
          <ac:spMkLst>
            <pc:docMk/>
            <pc:sldMk cId="335524360" sldId="257"/>
            <ac:spMk id="3" creationId="{A477821E-4567-AE64-C74E-ACC65A37275B}"/>
          </ac:spMkLst>
        </pc:spChg>
        <pc:spChg chg="mod">
          <ac:chgData name="Godha Ganesh Viswanadham" userId="9ff833c26eb962f1" providerId="LiveId" clId="{D45A37DD-0047-4FC0-B34F-405125EF9E76}" dt="2026-09-28T10:03:08.692" v="1548" actId="2711"/>
          <ac:spMkLst>
            <pc:docMk/>
            <pc:sldMk cId="335524360" sldId="257"/>
            <ac:spMk id="4" creationId="{720BC257-0842-8F87-1ED9-A3825409C9BF}"/>
          </ac:spMkLst>
        </pc:spChg>
        <pc:spChg chg="mod">
          <ac:chgData name="Godha Ganesh Viswanadham" userId="9ff833c26eb962f1" providerId="LiveId" clId="{D45A37DD-0047-4FC0-B34F-405125EF9E76}" dt="2026-09-28T10:03:08.692" v="1548" actId="2711"/>
          <ac:spMkLst>
            <pc:docMk/>
            <pc:sldMk cId="335524360" sldId="257"/>
            <ac:spMk id="5" creationId="{DCFC2293-7339-E8BD-F0E7-CA6BEC33A1B3}"/>
          </ac:spMkLst>
        </pc:spChg>
        <pc:spChg chg="mod">
          <ac:chgData name="Godha Ganesh Viswanadham" userId="9ff833c26eb962f1" providerId="LiveId" clId="{D45A37DD-0047-4FC0-B34F-405125EF9E76}" dt="2026-09-28T10:03:08.692" v="1548" actId="2711"/>
          <ac:spMkLst>
            <pc:docMk/>
            <pc:sldMk cId="335524360" sldId="257"/>
            <ac:spMk id="6" creationId="{9A7907B4-76FB-D289-59FD-B4A217143CDE}"/>
          </ac:spMkLst>
        </pc:spChg>
        <pc:spChg chg="add del mod ord">
          <ac:chgData name="Godha Ganesh Viswanadham" userId="9ff833c26eb962f1" providerId="LiveId" clId="{D45A37DD-0047-4FC0-B34F-405125EF9E76}" dt="2026-09-28T10:04:13.252" v="1549" actId="478"/>
          <ac:spMkLst>
            <pc:docMk/>
            <pc:sldMk cId="335524360" sldId="257"/>
            <ac:spMk id="7" creationId="{90949542-44CC-2A7B-9822-D0A6B3EE6F8F}"/>
          </ac:spMkLst>
        </pc:spChg>
        <pc:spChg chg="mod">
          <ac:chgData name="Godha Ganesh Viswanadham" userId="9ff833c26eb962f1" providerId="LiveId" clId="{D45A37DD-0047-4FC0-B34F-405125EF9E76}" dt="2026-09-28T10:03:08.692" v="1548" actId="2711"/>
          <ac:spMkLst>
            <pc:docMk/>
            <pc:sldMk cId="335524360" sldId="257"/>
            <ac:spMk id="8" creationId="{58C1C0C8-8706-961C-BDDB-F9BBCBF49C98}"/>
          </ac:spMkLst>
        </pc:spChg>
        <pc:spChg chg="mod">
          <ac:chgData name="Godha Ganesh Viswanadham" userId="9ff833c26eb962f1" providerId="LiveId" clId="{D45A37DD-0047-4FC0-B34F-405125EF9E76}" dt="2026-09-28T10:03:08.692" v="1548" actId="2711"/>
          <ac:spMkLst>
            <pc:docMk/>
            <pc:sldMk cId="335524360" sldId="257"/>
            <ac:spMk id="9" creationId="{8B9B7399-96A3-B06C-A4E7-1BCDBD5D82E5}"/>
          </ac:spMkLst>
        </pc:spChg>
        <pc:spChg chg="add mod">
          <ac:chgData name="Godha Ganesh Viswanadham" userId="9ff833c26eb962f1" providerId="LiveId" clId="{D45A37DD-0047-4FC0-B34F-405125EF9E76}" dt="2026-09-28T10:09:00.230" v="1577" actId="208"/>
          <ac:spMkLst>
            <pc:docMk/>
            <pc:sldMk cId="335524360" sldId="257"/>
            <ac:spMk id="10" creationId="{4484133C-ABF1-E263-7720-D78C28E89E8D}"/>
          </ac:spMkLst>
        </pc:spChg>
        <pc:spChg chg="mod">
          <ac:chgData name="Godha Ganesh Viswanadham" userId="9ff833c26eb962f1" providerId="LiveId" clId="{D45A37DD-0047-4FC0-B34F-405125EF9E76}" dt="2026-09-28T10:03:08.692" v="1548" actId="2711"/>
          <ac:spMkLst>
            <pc:docMk/>
            <pc:sldMk cId="335524360" sldId="257"/>
            <ac:spMk id="13" creationId="{DC037F7C-6EAE-F618-1B7C-5345C9522FEF}"/>
          </ac:spMkLst>
        </pc:spChg>
      </pc:sldChg>
      <pc:sldChg chg="addSp delSp modSp mod">
        <pc:chgData name="Godha Ganesh Viswanadham" userId="9ff833c26eb962f1" providerId="LiveId" clId="{D45A37DD-0047-4FC0-B34F-405125EF9E76}" dt="2026-09-28T10:05:22.982" v="1557" actId="20577"/>
        <pc:sldMkLst>
          <pc:docMk/>
          <pc:sldMk cId="2741427951" sldId="258"/>
        </pc:sldMkLst>
        <pc:spChg chg="mod">
          <ac:chgData name="Godha Ganesh Viswanadham" userId="9ff833c26eb962f1" providerId="LiveId" clId="{D45A37DD-0047-4FC0-B34F-405125EF9E76}" dt="2026-09-28T10:05:22.982" v="1557" actId="20577"/>
          <ac:spMkLst>
            <pc:docMk/>
            <pc:sldMk cId="2741427951" sldId="258"/>
            <ac:spMk id="3" creationId="{EB5F328C-405A-F90C-8750-A5067436CF42}"/>
          </ac:spMkLst>
        </pc:spChg>
        <pc:spChg chg="add del mod">
          <ac:chgData name="Godha Ganesh Viswanadham" userId="9ff833c26eb962f1" providerId="LiveId" clId="{D45A37DD-0047-4FC0-B34F-405125EF9E76}" dt="2026-09-28T10:04:54.589" v="1554" actId="478"/>
          <ac:spMkLst>
            <pc:docMk/>
            <pc:sldMk cId="2741427951" sldId="258"/>
            <ac:spMk id="6" creationId="{709EBE4D-163E-56A9-5880-A425AF3249C3}"/>
          </ac:spMkLst>
        </pc:spChg>
        <pc:spChg chg="add">
          <ac:chgData name="Godha Ganesh Viswanadham" userId="9ff833c26eb962f1" providerId="LiveId" clId="{D45A37DD-0047-4FC0-B34F-405125EF9E76}" dt="2026-09-28T10:04:55.337" v="1555" actId="22"/>
          <ac:spMkLst>
            <pc:docMk/>
            <pc:sldMk cId="2741427951" sldId="258"/>
            <ac:spMk id="8" creationId="{66A9545F-E5E4-8ECA-939E-7C0C769FB3E9}"/>
          </ac:spMkLst>
        </pc:spChg>
      </pc:sldChg>
      <pc:sldChg chg="addSp delSp modSp mod">
        <pc:chgData name="Godha Ganesh Viswanadham" userId="9ff833c26eb962f1" providerId="LiveId" clId="{D45A37DD-0047-4FC0-B34F-405125EF9E76}" dt="2026-09-28T10:05:32.668" v="1559" actId="22"/>
        <pc:sldMkLst>
          <pc:docMk/>
          <pc:sldMk cId="370949441" sldId="259"/>
        </pc:sldMkLst>
        <pc:spChg chg="mod">
          <ac:chgData name="Godha Ganesh Viswanadham" userId="9ff833c26eb962f1" providerId="LiveId" clId="{D45A37DD-0047-4FC0-B34F-405125EF9E76}" dt="2026-09-28T09:56:09.993" v="723" actId="1076"/>
          <ac:spMkLst>
            <pc:docMk/>
            <pc:sldMk cId="370949441" sldId="259"/>
            <ac:spMk id="3" creationId="{93EDCCAF-4FE7-E51A-C986-90DAE7F0FFAE}"/>
          </ac:spMkLst>
        </pc:spChg>
        <pc:spChg chg="mod">
          <ac:chgData name="Godha Ganesh Viswanadham" userId="9ff833c26eb962f1" providerId="LiveId" clId="{D45A37DD-0047-4FC0-B34F-405125EF9E76}" dt="2026-09-28T09:56:47.534" v="839" actId="2711"/>
          <ac:spMkLst>
            <pc:docMk/>
            <pc:sldMk cId="370949441" sldId="259"/>
            <ac:spMk id="4" creationId="{DA1E0367-AC40-4F54-6F20-22BBA859E4C5}"/>
          </ac:spMkLst>
        </pc:spChg>
        <pc:spChg chg="add del mod">
          <ac:chgData name="Godha Ganesh Viswanadham" userId="9ff833c26eb962f1" providerId="LiveId" clId="{D45A37DD-0047-4FC0-B34F-405125EF9E76}" dt="2026-09-28T10:05:29.596" v="1558" actId="478"/>
          <ac:spMkLst>
            <pc:docMk/>
            <pc:sldMk cId="370949441" sldId="259"/>
            <ac:spMk id="9" creationId="{B0812182-1348-16B6-2576-06A9AFD7CAD0}"/>
          </ac:spMkLst>
        </pc:spChg>
        <pc:spChg chg="add">
          <ac:chgData name="Godha Ganesh Viswanadham" userId="9ff833c26eb962f1" providerId="LiveId" clId="{D45A37DD-0047-4FC0-B34F-405125EF9E76}" dt="2026-09-28T10:05:32.668" v="1559" actId="22"/>
          <ac:spMkLst>
            <pc:docMk/>
            <pc:sldMk cId="370949441" sldId="259"/>
            <ac:spMk id="11" creationId="{3E38C24F-78E2-7CA0-6432-6E426D71815F}"/>
          </ac:spMkLst>
        </pc:spChg>
        <pc:spChg chg="mod">
          <ac:chgData name="Godha Ganesh Viswanadham" userId="9ff833c26eb962f1" providerId="LiveId" clId="{D45A37DD-0047-4FC0-B34F-405125EF9E76}" dt="2026-09-28T08:18:37.281" v="56" actId="207"/>
          <ac:spMkLst>
            <pc:docMk/>
            <pc:sldMk cId="370949441" sldId="259"/>
            <ac:spMk id="19" creationId="{D77B1992-05EE-FB86-A35B-61E80EDA7E0F}"/>
          </ac:spMkLst>
        </pc:spChg>
        <pc:grpChg chg="mod">
          <ac:chgData name="Godha Ganesh Viswanadham" userId="9ff833c26eb962f1" providerId="LiveId" clId="{D45A37DD-0047-4FC0-B34F-405125EF9E76}" dt="2026-09-28T08:22:09.958" v="185" actId="1035"/>
          <ac:grpSpMkLst>
            <pc:docMk/>
            <pc:sldMk cId="370949441" sldId="259"/>
            <ac:grpSpMk id="2" creationId="{A39CC9AE-F2E7-032A-4C19-8E560D95CE72}"/>
          </ac:grpSpMkLst>
        </pc:grpChg>
        <pc:cxnChg chg="mod">
          <ac:chgData name="Godha Ganesh Viswanadham" userId="9ff833c26eb962f1" providerId="LiveId" clId="{D45A37DD-0047-4FC0-B34F-405125EF9E76}" dt="2026-09-28T09:56:28.377" v="838" actId="1076"/>
          <ac:cxnSpMkLst>
            <pc:docMk/>
            <pc:sldMk cId="370949441" sldId="259"/>
            <ac:cxnSpMk id="6" creationId="{2BA8F0F7-68B1-4D18-55F6-EB7D2047C2E6}"/>
          </ac:cxnSpMkLst>
        </pc:cxnChg>
      </pc:sldChg>
      <pc:sldChg chg="addSp delSp modSp mod">
        <pc:chgData name="Godha Ganesh Viswanadham" userId="9ff833c26eb962f1" providerId="LiveId" clId="{D45A37DD-0047-4FC0-B34F-405125EF9E76}" dt="2026-09-28T10:05:40.044" v="1561" actId="22"/>
        <pc:sldMkLst>
          <pc:docMk/>
          <pc:sldMk cId="3740181155" sldId="260"/>
        </pc:sldMkLst>
        <pc:spChg chg="mod">
          <ac:chgData name="Godha Ganesh Viswanadham" userId="9ff833c26eb962f1" providerId="LiveId" clId="{D45A37DD-0047-4FC0-B34F-405125EF9E76}" dt="2026-09-28T09:57:21.288" v="842" actId="1076"/>
          <ac:spMkLst>
            <pc:docMk/>
            <pc:sldMk cId="3740181155" sldId="260"/>
            <ac:spMk id="3" creationId="{F60EC896-5D18-8D05-B772-0768AC643047}"/>
          </ac:spMkLst>
        </pc:spChg>
        <pc:spChg chg="mod">
          <ac:chgData name="Godha Ganesh Viswanadham" userId="9ff833c26eb962f1" providerId="LiveId" clId="{D45A37DD-0047-4FC0-B34F-405125EF9E76}" dt="2026-09-28T09:57:38.471" v="950" actId="2711"/>
          <ac:spMkLst>
            <pc:docMk/>
            <pc:sldMk cId="3740181155" sldId="260"/>
            <ac:spMk id="4" creationId="{4EA129BB-6BE8-020C-91B9-9E14520A3B15}"/>
          </ac:spMkLst>
        </pc:spChg>
        <pc:spChg chg="add del mod">
          <ac:chgData name="Godha Ganesh Viswanadham" userId="9ff833c26eb962f1" providerId="LiveId" clId="{D45A37DD-0047-4FC0-B34F-405125EF9E76}" dt="2026-09-28T10:05:39.280" v="1560" actId="478"/>
          <ac:spMkLst>
            <pc:docMk/>
            <pc:sldMk cId="3740181155" sldId="260"/>
            <ac:spMk id="9" creationId="{3FFBA6E6-F888-8E05-25FF-5E046D4799BA}"/>
          </ac:spMkLst>
        </pc:spChg>
        <pc:spChg chg="mod">
          <ac:chgData name="Godha Ganesh Viswanadham" userId="9ff833c26eb962f1" providerId="LiveId" clId="{D45A37DD-0047-4FC0-B34F-405125EF9E76}" dt="2026-09-28T08:23:53.404" v="679"/>
          <ac:spMkLst>
            <pc:docMk/>
            <pc:sldMk cId="3740181155" sldId="260"/>
            <ac:spMk id="11" creationId="{36A55DF9-1C29-6320-00E5-92BA0F194A88}"/>
          </ac:spMkLst>
        </pc:spChg>
        <pc:spChg chg="mod">
          <ac:chgData name="Godha Ganesh Viswanadham" userId="9ff833c26eb962f1" providerId="LiveId" clId="{D45A37DD-0047-4FC0-B34F-405125EF9E76}" dt="2026-09-28T08:23:53.404" v="679"/>
          <ac:spMkLst>
            <pc:docMk/>
            <pc:sldMk cId="3740181155" sldId="260"/>
            <ac:spMk id="12" creationId="{5E1219CD-2C25-2463-7A9E-107DC2A59918}"/>
          </ac:spMkLst>
        </pc:spChg>
        <pc:spChg chg="add">
          <ac:chgData name="Godha Ganesh Viswanadham" userId="9ff833c26eb962f1" providerId="LiveId" clId="{D45A37DD-0047-4FC0-B34F-405125EF9E76}" dt="2026-09-28T10:05:40.044" v="1561" actId="22"/>
          <ac:spMkLst>
            <pc:docMk/>
            <pc:sldMk cId="3740181155" sldId="260"/>
            <ac:spMk id="15" creationId="{3C71561D-B5F9-9533-7EFE-95912CE2FC74}"/>
          </ac:spMkLst>
        </pc:spChg>
        <pc:spChg chg="mod">
          <ac:chgData name="Godha Ganesh Viswanadham" userId="9ff833c26eb962f1" providerId="LiveId" clId="{D45A37DD-0047-4FC0-B34F-405125EF9E76}" dt="2026-09-28T08:18:31.881" v="55" actId="207"/>
          <ac:spMkLst>
            <pc:docMk/>
            <pc:sldMk cId="3740181155" sldId="260"/>
            <ac:spMk id="19" creationId="{8235F0E7-46C6-6AEA-6AC0-E85F05B3649A}"/>
          </ac:spMkLst>
        </pc:spChg>
        <pc:grpChg chg="del mod">
          <ac:chgData name="Godha Ganesh Viswanadham" userId="9ff833c26eb962f1" providerId="LiveId" clId="{D45A37DD-0047-4FC0-B34F-405125EF9E76}" dt="2026-09-28T08:23:21.786" v="672" actId="478"/>
          <ac:grpSpMkLst>
            <pc:docMk/>
            <pc:sldMk cId="3740181155" sldId="260"/>
            <ac:grpSpMk id="2" creationId="{35A0499B-68B1-D146-1E42-A36100FB6E87}"/>
          </ac:grpSpMkLst>
        </pc:grpChg>
        <pc:grpChg chg="add mod">
          <ac:chgData name="Godha Ganesh Viswanadham" userId="9ff833c26eb962f1" providerId="LiveId" clId="{D45A37DD-0047-4FC0-B34F-405125EF9E76}" dt="2026-09-28T08:23:53.404" v="679"/>
          <ac:grpSpMkLst>
            <pc:docMk/>
            <pc:sldMk cId="3740181155" sldId="260"/>
            <ac:grpSpMk id="10" creationId="{40A5E600-110D-CF3C-1F0D-42AF0106BB24}"/>
          </ac:grpSpMkLst>
        </pc:grpChg>
        <pc:cxnChg chg="mod">
          <ac:chgData name="Godha Ganesh Viswanadham" userId="9ff833c26eb962f1" providerId="LiveId" clId="{D45A37DD-0047-4FC0-B34F-405125EF9E76}" dt="2026-09-28T09:57:30.181" v="949" actId="1038"/>
          <ac:cxnSpMkLst>
            <pc:docMk/>
            <pc:sldMk cId="3740181155" sldId="260"/>
            <ac:cxnSpMk id="6" creationId="{42C0F6FB-A665-28C2-CA3E-3BAF1E2733C3}"/>
          </ac:cxnSpMkLst>
        </pc:cxnChg>
      </pc:sldChg>
      <pc:sldChg chg="addSp delSp modSp mod">
        <pc:chgData name="Godha Ganesh Viswanadham" userId="9ff833c26eb962f1" providerId="LiveId" clId="{D45A37DD-0047-4FC0-B34F-405125EF9E76}" dt="2026-09-28T10:05:52.620" v="1565" actId="22"/>
        <pc:sldMkLst>
          <pc:docMk/>
          <pc:sldMk cId="235120437" sldId="261"/>
        </pc:sldMkLst>
        <pc:spChg chg="mod">
          <ac:chgData name="Godha Ganesh Viswanadham" userId="9ff833c26eb962f1" providerId="LiveId" clId="{D45A37DD-0047-4FC0-B34F-405125EF9E76}" dt="2026-09-28T09:58:31.835" v="1052" actId="1076"/>
          <ac:spMkLst>
            <pc:docMk/>
            <pc:sldMk cId="235120437" sldId="261"/>
            <ac:spMk id="3" creationId="{580B158D-78D5-CC41-0E67-074AE3C76600}"/>
          </ac:spMkLst>
        </pc:spChg>
        <pc:spChg chg="mod">
          <ac:chgData name="Godha Ganesh Viswanadham" userId="9ff833c26eb962f1" providerId="LiveId" clId="{D45A37DD-0047-4FC0-B34F-405125EF9E76}" dt="2026-09-28T09:58:47.031" v="1136" actId="2711"/>
          <ac:spMkLst>
            <pc:docMk/>
            <pc:sldMk cId="235120437" sldId="261"/>
            <ac:spMk id="4" creationId="{1FBDCBFE-F090-8BDF-6349-D1B94DB52452}"/>
          </ac:spMkLst>
        </pc:spChg>
        <pc:spChg chg="add del mod">
          <ac:chgData name="Godha Ganesh Viswanadham" userId="9ff833c26eb962f1" providerId="LiveId" clId="{D45A37DD-0047-4FC0-B34F-405125EF9E76}" dt="2026-09-28T10:05:51.675" v="1564" actId="478"/>
          <ac:spMkLst>
            <pc:docMk/>
            <pc:sldMk cId="235120437" sldId="261"/>
            <ac:spMk id="9" creationId="{19DAD847-F6FB-0154-6BAB-C17E36B9E519}"/>
          </ac:spMkLst>
        </pc:spChg>
        <pc:spChg chg="mod">
          <ac:chgData name="Godha Ganesh Viswanadham" userId="9ff833c26eb962f1" providerId="LiveId" clId="{D45A37DD-0047-4FC0-B34F-405125EF9E76}" dt="2026-09-28T08:23:58.778" v="681"/>
          <ac:spMkLst>
            <pc:docMk/>
            <pc:sldMk cId="235120437" sldId="261"/>
            <ac:spMk id="11" creationId="{F1B32B72-323E-CCDD-E772-C277F8738B8F}"/>
          </ac:spMkLst>
        </pc:spChg>
        <pc:spChg chg="mod">
          <ac:chgData name="Godha Ganesh Viswanadham" userId="9ff833c26eb962f1" providerId="LiveId" clId="{D45A37DD-0047-4FC0-B34F-405125EF9E76}" dt="2026-09-28T08:23:58.778" v="681"/>
          <ac:spMkLst>
            <pc:docMk/>
            <pc:sldMk cId="235120437" sldId="261"/>
            <ac:spMk id="12" creationId="{E20EDC73-226D-6DFC-F1E1-120271D177CB}"/>
          </ac:spMkLst>
        </pc:spChg>
        <pc:spChg chg="add">
          <ac:chgData name="Godha Ganesh Viswanadham" userId="9ff833c26eb962f1" providerId="LiveId" clId="{D45A37DD-0047-4FC0-B34F-405125EF9E76}" dt="2026-09-28T10:05:52.620" v="1565" actId="22"/>
          <ac:spMkLst>
            <pc:docMk/>
            <pc:sldMk cId="235120437" sldId="261"/>
            <ac:spMk id="15" creationId="{7431A291-8757-44E1-D77B-FC4AAD435980}"/>
          </ac:spMkLst>
        </pc:spChg>
        <pc:spChg chg="mod">
          <ac:chgData name="Godha Ganesh Viswanadham" userId="9ff833c26eb962f1" providerId="LiveId" clId="{D45A37DD-0047-4FC0-B34F-405125EF9E76}" dt="2026-09-28T08:18:22.321" v="53" actId="207"/>
          <ac:spMkLst>
            <pc:docMk/>
            <pc:sldMk cId="235120437" sldId="261"/>
            <ac:spMk id="19" creationId="{B7AC69C1-BE00-DB3D-C72E-20A23F06BB25}"/>
          </ac:spMkLst>
        </pc:spChg>
        <pc:grpChg chg="del mod">
          <ac:chgData name="Godha Ganesh Viswanadham" userId="9ff833c26eb962f1" providerId="LiveId" clId="{D45A37DD-0047-4FC0-B34F-405125EF9E76}" dt="2026-09-28T08:23:29.099" v="674" actId="478"/>
          <ac:grpSpMkLst>
            <pc:docMk/>
            <pc:sldMk cId="235120437" sldId="261"/>
            <ac:grpSpMk id="2" creationId="{CC2AA4E0-B5A4-715C-D103-3D87C5D7903A}"/>
          </ac:grpSpMkLst>
        </pc:grpChg>
        <pc:grpChg chg="add mod">
          <ac:chgData name="Godha Ganesh Viswanadham" userId="9ff833c26eb962f1" providerId="LiveId" clId="{D45A37DD-0047-4FC0-B34F-405125EF9E76}" dt="2026-09-28T08:23:58.778" v="681"/>
          <ac:grpSpMkLst>
            <pc:docMk/>
            <pc:sldMk cId="235120437" sldId="261"/>
            <ac:grpSpMk id="10" creationId="{CA03069F-9F5A-EC9A-A65E-E7A5B5339DB3}"/>
          </ac:grpSpMkLst>
        </pc:grpChg>
        <pc:cxnChg chg="mod">
          <ac:chgData name="Godha Ganesh Viswanadham" userId="9ff833c26eb962f1" providerId="LiveId" clId="{D45A37DD-0047-4FC0-B34F-405125EF9E76}" dt="2026-09-28T09:58:37.473" v="1135" actId="1038"/>
          <ac:cxnSpMkLst>
            <pc:docMk/>
            <pc:sldMk cId="235120437" sldId="261"/>
            <ac:cxnSpMk id="6" creationId="{D80B8563-C6E0-7CE5-E280-797D6526A174}"/>
          </ac:cxnSpMkLst>
        </pc:cxnChg>
      </pc:sldChg>
      <pc:sldChg chg="addSp delSp modSp mod">
        <pc:chgData name="Godha Ganesh Viswanadham" userId="9ff833c26eb962f1" providerId="LiveId" clId="{D45A37DD-0047-4FC0-B34F-405125EF9E76}" dt="2026-09-28T10:05:45.250" v="1563" actId="22"/>
        <pc:sldMkLst>
          <pc:docMk/>
          <pc:sldMk cId="2154754484" sldId="262"/>
        </pc:sldMkLst>
        <pc:spChg chg="mod">
          <ac:chgData name="Godha Ganesh Viswanadham" userId="9ff833c26eb962f1" providerId="LiveId" clId="{D45A37DD-0047-4FC0-B34F-405125EF9E76}" dt="2026-09-28T09:57:57.597" v="952" actId="1076"/>
          <ac:spMkLst>
            <pc:docMk/>
            <pc:sldMk cId="2154754484" sldId="262"/>
            <ac:spMk id="3" creationId="{EC4C3AD7-C49B-C157-B6DF-4C8C9E3E036E}"/>
          </ac:spMkLst>
        </pc:spChg>
        <pc:spChg chg="mod">
          <ac:chgData name="Godha Ganesh Viswanadham" userId="9ff833c26eb962f1" providerId="LiveId" clId="{D45A37DD-0047-4FC0-B34F-405125EF9E76}" dt="2026-09-28T09:58:15.350" v="1045" actId="2711"/>
          <ac:spMkLst>
            <pc:docMk/>
            <pc:sldMk cId="2154754484" sldId="262"/>
            <ac:spMk id="4" creationId="{9E9910C0-62B1-C46B-37D4-07F69B9E37AC}"/>
          </ac:spMkLst>
        </pc:spChg>
        <pc:spChg chg="add del mod">
          <ac:chgData name="Godha Ganesh Viswanadham" userId="9ff833c26eb962f1" providerId="LiveId" clId="{D45A37DD-0047-4FC0-B34F-405125EF9E76}" dt="2026-09-28T10:05:44.519" v="1562" actId="478"/>
          <ac:spMkLst>
            <pc:docMk/>
            <pc:sldMk cId="2154754484" sldId="262"/>
            <ac:spMk id="16" creationId="{29022476-491E-32DA-5916-E056100AA188}"/>
          </ac:spMkLst>
        </pc:spChg>
        <pc:spChg chg="mod">
          <ac:chgData name="Godha Ganesh Viswanadham" userId="9ff833c26eb962f1" providerId="LiveId" clId="{D45A37DD-0047-4FC0-B34F-405125EF9E76}" dt="2026-09-28T08:23:56.769" v="680"/>
          <ac:spMkLst>
            <pc:docMk/>
            <pc:sldMk cId="2154754484" sldId="262"/>
            <ac:spMk id="18" creationId="{4F25A7BD-DF9D-12D7-5804-D335BF74710E}"/>
          </ac:spMkLst>
        </pc:spChg>
        <pc:spChg chg="mod">
          <ac:chgData name="Godha Ganesh Viswanadham" userId="9ff833c26eb962f1" providerId="LiveId" clId="{D45A37DD-0047-4FC0-B34F-405125EF9E76}" dt="2026-09-28T08:18:26.967" v="54" actId="207"/>
          <ac:spMkLst>
            <pc:docMk/>
            <pc:sldMk cId="2154754484" sldId="262"/>
            <ac:spMk id="19" creationId="{EE2E22C8-88AF-F195-8980-A93F5560242D}"/>
          </ac:spMkLst>
        </pc:spChg>
        <pc:spChg chg="mod">
          <ac:chgData name="Godha Ganesh Viswanadham" userId="9ff833c26eb962f1" providerId="LiveId" clId="{D45A37DD-0047-4FC0-B34F-405125EF9E76}" dt="2026-09-28T08:23:56.769" v="680"/>
          <ac:spMkLst>
            <pc:docMk/>
            <pc:sldMk cId="2154754484" sldId="262"/>
            <ac:spMk id="21" creationId="{EEE2C8BB-F9E2-4852-9E26-21CEEAB9EAE3}"/>
          </ac:spMkLst>
        </pc:spChg>
        <pc:spChg chg="add">
          <ac:chgData name="Godha Ganesh Viswanadham" userId="9ff833c26eb962f1" providerId="LiveId" clId="{D45A37DD-0047-4FC0-B34F-405125EF9E76}" dt="2026-09-28T10:05:45.250" v="1563" actId="22"/>
          <ac:spMkLst>
            <pc:docMk/>
            <pc:sldMk cId="2154754484" sldId="262"/>
            <ac:spMk id="23" creationId="{43B73A2E-5468-B7A8-8D48-E0DE81545524}"/>
          </ac:spMkLst>
        </pc:spChg>
        <pc:grpChg chg="del mod">
          <ac:chgData name="Godha Ganesh Viswanadham" userId="9ff833c26eb962f1" providerId="LiveId" clId="{D45A37DD-0047-4FC0-B34F-405125EF9E76}" dt="2026-09-28T08:23:25.163" v="673" actId="478"/>
          <ac:grpSpMkLst>
            <pc:docMk/>
            <pc:sldMk cId="2154754484" sldId="262"/>
            <ac:grpSpMk id="2" creationId="{526D76B6-A469-04DC-7F6C-4037DB59AFA1}"/>
          </ac:grpSpMkLst>
        </pc:grpChg>
        <pc:grpChg chg="add mod">
          <ac:chgData name="Godha Ganesh Viswanadham" userId="9ff833c26eb962f1" providerId="LiveId" clId="{D45A37DD-0047-4FC0-B34F-405125EF9E76}" dt="2026-09-28T08:23:56.769" v="680"/>
          <ac:grpSpMkLst>
            <pc:docMk/>
            <pc:sldMk cId="2154754484" sldId="262"/>
            <ac:grpSpMk id="17" creationId="{D3D72DE7-85AB-1A9C-AD6A-0139A572062D}"/>
          </ac:grpSpMkLst>
        </pc:grpChg>
        <pc:cxnChg chg="mod">
          <ac:chgData name="Godha Ganesh Viswanadham" userId="9ff833c26eb962f1" providerId="LiveId" clId="{D45A37DD-0047-4FC0-B34F-405125EF9E76}" dt="2026-09-28T09:58:06.122" v="1044" actId="1038"/>
          <ac:cxnSpMkLst>
            <pc:docMk/>
            <pc:sldMk cId="2154754484" sldId="262"/>
            <ac:cxnSpMk id="6" creationId="{831DE56B-1AFD-3AFD-BE7C-7A3CC64EF605}"/>
          </ac:cxnSpMkLst>
        </pc:cxnChg>
      </pc:sldChg>
      <pc:sldChg chg="addSp delSp modSp mod">
        <pc:chgData name="Godha Ganesh Viswanadham" userId="9ff833c26eb962f1" providerId="LiveId" clId="{D45A37DD-0047-4FC0-B34F-405125EF9E76}" dt="2026-09-28T10:05:57.800" v="1567" actId="22"/>
        <pc:sldMkLst>
          <pc:docMk/>
          <pc:sldMk cId="2626402435" sldId="263"/>
        </pc:sldMkLst>
        <pc:spChg chg="mod">
          <ac:chgData name="Godha Ganesh Viswanadham" userId="9ff833c26eb962f1" providerId="LiveId" clId="{D45A37DD-0047-4FC0-B34F-405125EF9E76}" dt="2026-09-28T09:59:03.538" v="1137" actId="1076"/>
          <ac:spMkLst>
            <pc:docMk/>
            <pc:sldMk cId="2626402435" sldId="263"/>
            <ac:spMk id="3" creationId="{3CC9A97D-E15D-1CF6-FA5D-F82FE58DA174}"/>
          </ac:spMkLst>
        </pc:spChg>
        <pc:spChg chg="mod">
          <ac:chgData name="Godha Ganesh Viswanadham" userId="9ff833c26eb962f1" providerId="LiveId" clId="{D45A37DD-0047-4FC0-B34F-405125EF9E76}" dt="2026-09-28T09:59:53.525" v="1290" actId="2711"/>
          <ac:spMkLst>
            <pc:docMk/>
            <pc:sldMk cId="2626402435" sldId="263"/>
            <ac:spMk id="4" creationId="{98AF7CA1-D9B0-D0C3-E842-DEFF7053DD9A}"/>
          </ac:spMkLst>
        </pc:spChg>
        <pc:spChg chg="mod">
          <ac:chgData name="Godha Ganesh Viswanadham" userId="9ff833c26eb962f1" providerId="LiveId" clId="{D45A37DD-0047-4FC0-B34F-405125EF9E76}" dt="2026-09-28T09:59:47.001" v="1289" actId="1036"/>
          <ac:spMkLst>
            <pc:docMk/>
            <pc:sldMk cId="2626402435" sldId="263"/>
            <ac:spMk id="7" creationId="{FBA57678-4232-68CE-A496-7EC7153A97B1}"/>
          </ac:spMkLst>
        </pc:spChg>
        <pc:spChg chg="mod">
          <ac:chgData name="Godha Ganesh Viswanadham" userId="9ff833c26eb962f1" providerId="LiveId" clId="{D45A37DD-0047-4FC0-B34F-405125EF9E76}" dt="2026-09-28T09:59:15.335" v="1200" actId="2711"/>
          <ac:spMkLst>
            <pc:docMk/>
            <pc:sldMk cId="2626402435" sldId="263"/>
            <ac:spMk id="8" creationId="{AC053AB1-B25C-2304-88F1-949CA0E21F51}"/>
          </ac:spMkLst>
        </pc:spChg>
        <pc:spChg chg="add del mod">
          <ac:chgData name="Godha Ganesh Viswanadham" userId="9ff833c26eb962f1" providerId="LiveId" clId="{D45A37DD-0047-4FC0-B34F-405125EF9E76}" dt="2026-09-28T10:05:56.938" v="1566" actId="478"/>
          <ac:spMkLst>
            <pc:docMk/>
            <pc:sldMk cId="2626402435" sldId="263"/>
            <ac:spMk id="12" creationId="{7444F64A-BC48-8444-C668-D53314733776}"/>
          </ac:spMkLst>
        </pc:spChg>
        <pc:spChg chg="mod">
          <ac:chgData name="Godha Ganesh Viswanadham" userId="9ff833c26eb962f1" providerId="LiveId" clId="{D45A37DD-0047-4FC0-B34F-405125EF9E76}" dt="2026-09-28T08:24:01.095" v="682"/>
          <ac:spMkLst>
            <pc:docMk/>
            <pc:sldMk cId="2626402435" sldId="263"/>
            <ac:spMk id="15" creationId="{31D3BD62-2265-02D3-7828-89BA734ED204}"/>
          </ac:spMkLst>
        </pc:spChg>
        <pc:spChg chg="mod">
          <ac:chgData name="Godha Ganesh Viswanadham" userId="9ff833c26eb962f1" providerId="LiveId" clId="{D45A37DD-0047-4FC0-B34F-405125EF9E76}" dt="2026-09-28T08:24:01.095" v="682"/>
          <ac:spMkLst>
            <pc:docMk/>
            <pc:sldMk cId="2626402435" sldId="263"/>
            <ac:spMk id="16" creationId="{1FD31B66-0728-AD09-DCF0-655D586A3741}"/>
          </ac:spMkLst>
        </pc:spChg>
        <pc:spChg chg="add">
          <ac:chgData name="Godha Ganesh Viswanadham" userId="9ff833c26eb962f1" providerId="LiveId" clId="{D45A37DD-0047-4FC0-B34F-405125EF9E76}" dt="2026-09-28T10:05:57.800" v="1567" actId="22"/>
          <ac:spMkLst>
            <pc:docMk/>
            <pc:sldMk cId="2626402435" sldId="263"/>
            <ac:spMk id="18" creationId="{1AB9EEC4-3B5C-51A2-069F-250B2264837B}"/>
          </ac:spMkLst>
        </pc:spChg>
        <pc:spChg chg="mod">
          <ac:chgData name="Godha Ganesh Viswanadham" userId="9ff833c26eb962f1" providerId="LiveId" clId="{D45A37DD-0047-4FC0-B34F-405125EF9E76}" dt="2026-09-28T08:18:13.692" v="52" actId="207"/>
          <ac:spMkLst>
            <pc:docMk/>
            <pc:sldMk cId="2626402435" sldId="263"/>
            <ac:spMk id="19" creationId="{542A7C57-883F-4886-D748-ADC3022863A4}"/>
          </ac:spMkLst>
        </pc:spChg>
        <pc:grpChg chg="del mod">
          <ac:chgData name="Godha Ganesh Viswanadham" userId="9ff833c26eb962f1" providerId="LiveId" clId="{D45A37DD-0047-4FC0-B34F-405125EF9E76}" dt="2026-09-28T08:23:32.062" v="675" actId="478"/>
          <ac:grpSpMkLst>
            <pc:docMk/>
            <pc:sldMk cId="2626402435" sldId="263"/>
            <ac:grpSpMk id="2" creationId="{154288CE-9F01-8DFB-680C-890EBD14031F}"/>
          </ac:grpSpMkLst>
        </pc:grpChg>
        <pc:grpChg chg="add mod">
          <ac:chgData name="Godha Ganesh Viswanadham" userId="9ff833c26eb962f1" providerId="LiveId" clId="{D45A37DD-0047-4FC0-B34F-405125EF9E76}" dt="2026-09-28T08:24:01.095" v="682"/>
          <ac:grpSpMkLst>
            <pc:docMk/>
            <pc:sldMk cId="2626402435" sldId="263"/>
            <ac:grpSpMk id="13" creationId="{765EABF9-52D5-1DD6-5C37-902A681816A0}"/>
          </ac:grpSpMkLst>
        </pc:grpChg>
        <pc:cxnChg chg="mod">
          <ac:chgData name="Godha Ganesh Viswanadham" userId="9ff833c26eb962f1" providerId="LiveId" clId="{D45A37DD-0047-4FC0-B34F-405125EF9E76}" dt="2026-09-28T09:59:08.639" v="1199" actId="1038"/>
          <ac:cxnSpMkLst>
            <pc:docMk/>
            <pc:sldMk cId="2626402435" sldId="263"/>
            <ac:cxnSpMk id="6" creationId="{9A2A18A6-AEC3-1809-A306-BB32A5EA01CF}"/>
          </ac:cxnSpMkLst>
        </pc:cxnChg>
        <pc:cxnChg chg="mod">
          <ac:chgData name="Godha Ganesh Viswanadham" userId="9ff833c26eb962f1" providerId="LiveId" clId="{D45A37DD-0047-4FC0-B34F-405125EF9E76}" dt="2026-09-28T09:59:39.286" v="1270" actId="1036"/>
          <ac:cxnSpMkLst>
            <pc:docMk/>
            <pc:sldMk cId="2626402435" sldId="263"/>
            <ac:cxnSpMk id="9" creationId="{5592A649-F031-B443-6D5D-50CC934C1605}"/>
          </ac:cxnSpMkLst>
        </pc:cxnChg>
      </pc:sldChg>
      <pc:sldChg chg="addSp delSp modSp mod setBg">
        <pc:chgData name="Godha Ganesh Viswanadham" userId="9ff833c26eb962f1" providerId="LiveId" clId="{D45A37DD-0047-4FC0-B34F-405125EF9E76}" dt="2026-09-28T11:08:20.869" v="1615" actId="1037"/>
        <pc:sldMkLst>
          <pc:docMk/>
          <pc:sldMk cId="4144509201" sldId="264"/>
        </pc:sldMkLst>
        <pc:spChg chg="mod">
          <ac:chgData name="Godha Ganesh Viswanadham" userId="9ff833c26eb962f1" providerId="LiveId" clId="{D45A37DD-0047-4FC0-B34F-405125EF9E76}" dt="2026-09-28T10:00:16.521" v="1292" actId="1076"/>
          <ac:spMkLst>
            <pc:docMk/>
            <pc:sldMk cId="4144509201" sldId="264"/>
            <ac:spMk id="3" creationId="{E4F58E83-3748-A175-180B-9F7E562D6D82}"/>
          </ac:spMkLst>
        </pc:spChg>
        <pc:spChg chg="add del mod">
          <ac:chgData name="Godha Ganesh Viswanadham" userId="9ff833c26eb962f1" providerId="LiveId" clId="{D45A37DD-0047-4FC0-B34F-405125EF9E76}" dt="2026-09-28T10:06:02.848" v="1568" actId="478"/>
          <ac:spMkLst>
            <pc:docMk/>
            <pc:sldMk cId="4144509201" sldId="264"/>
            <ac:spMk id="7" creationId="{33E39E16-111E-3B9C-DD45-4BBF1BC232A0}"/>
          </ac:spMkLst>
        </pc:spChg>
        <pc:spChg chg="mod">
          <ac:chgData name="Godha Ganesh Viswanadham" userId="9ff833c26eb962f1" providerId="LiveId" clId="{D45A37DD-0047-4FC0-B34F-405125EF9E76}" dt="2026-09-28T08:24:03.279" v="683"/>
          <ac:spMkLst>
            <pc:docMk/>
            <pc:sldMk cId="4144509201" sldId="264"/>
            <ac:spMk id="9" creationId="{5C6FF8CA-637F-277E-30B7-83379822ADFB}"/>
          </ac:spMkLst>
        </pc:spChg>
        <pc:spChg chg="mod">
          <ac:chgData name="Godha Ganesh Viswanadham" userId="9ff833c26eb962f1" providerId="LiveId" clId="{D45A37DD-0047-4FC0-B34F-405125EF9E76}" dt="2026-09-28T08:24:03.279" v="683"/>
          <ac:spMkLst>
            <pc:docMk/>
            <pc:sldMk cId="4144509201" sldId="264"/>
            <ac:spMk id="12" creationId="{10D07B32-8747-873D-C041-160B97323852}"/>
          </ac:spMkLst>
        </pc:spChg>
        <pc:spChg chg="add">
          <ac:chgData name="Godha Ganesh Viswanadham" userId="9ff833c26eb962f1" providerId="LiveId" clId="{D45A37DD-0047-4FC0-B34F-405125EF9E76}" dt="2026-09-28T10:06:03.688" v="1569" actId="22"/>
          <ac:spMkLst>
            <pc:docMk/>
            <pc:sldMk cId="4144509201" sldId="264"/>
            <ac:spMk id="17" creationId="{597B3146-A85C-9306-7A6B-550B66414B9F}"/>
          </ac:spMkLst>
        </pc:spChg>
        <pc:spChg chg="mod">
          <ac:chgData name="Godha Ganesh Viswanadham" userId="9ff833c26eb962f1" providerId="LiveId" clId="{D45A37DD-0047-4FC0-B34F-405125EF9E76}" dt="2026-09-28T10:00:43.195" v="1378" actId="2711"/>
          <ac:spMkLst>
            <pc:docMk/>
            <pc:sldMk cId="4144509201" sldId="264"/>
            <ac:spMk id="21" creationId="{8F1F715D-FB1B-CCFD-43E3-8777C1176F84}"/>
          </ac:spMkLst>
        </pc:spChg>
        <pc:spChg chg="mod">
          <ac:chgData name="Godha Ganesh Viswanadham" userId="9ff833c26eb962f1" providerId="LiveId" clId="{D45A37DD-0047-4FC0-B34F-405125EF9E76}" dt="2026-09-28T10:00:43.195" v="1378" actId="2711"/>
          <ac:spMkLst>
            <pc:docMk/>
            <pc:sldMk cId="4144509201" sldId="264"/>
            <ac:spMk id="22" creationId="{FF04F4AA-F172-027C-DC25-DB5FA17392E4}"/>
          </ac:spMkLst>
        </pc:spChg>
        <pc:spChg chg="mod">
          <ac:chgData name="Godha Ganesh Viswanadham" userId="9ff833c26eb962f1" providerId="LiveId" clId="{D45A37DD-0047-4FC0-B34F-405125EF9E76}" dt="2026-09-28T10:00:43.195" v="1378" actId="2711"/>
          <ac:spMkLst>
            <pc:docMk/>
            <pc:sldMk cId="4144509201" sldId="264"/>
            <ac:spMk id="26" creationId="{DC7D0D3E-5B2E-5443-FD8E-14C621C23512}"/>
          </ac:spMkLst>
        </pc:spChg>
        <pc:spChg chg="mod">
          <ac:chgData name="Godha Ganesh Viswanadham" userId="9ff833c26eb962f1" providerId="LiveId" clId="{D45A37DD-0047-4FC0-B34F-405125EF9E76}" dt="2026-09-28T10:00:43.195" v="1378" actId="2711"/>
          <ac:spMkLst>
            <pc:docMk/>
            <pc:sldMk cId="4144509201" sldId="264"/>
            <ac:spMk id="27" creationId="{A14C00AF-31A6-EF2E-2C87-FADE614956C6}"/>
          </ac:spMkLst>
        </pc:spChg>
        <pc:spChg chg="mod">
          <ac:chgData name="Godha Ganesh Viswanadham" userId="9ff833c26eb962f1" providerId="LiveId" clId="{D45A37DD-0047-4FC0-B34F-405125EF9E76}" dt="2026-09-28T10:00:43.195" v="1378" actId="2711"/>
          <ac:spMkLst>
            <pc:docMk/>
            <pc:sldMk cId="4144509201" sldId="264"/>
            <ac:spMk id="31" creationId="{B40EDAD2-2F9A-69F7-F014-C499059367E9}"/>
          </ac:spMkLst>
        </pc:spChg>
        <pc:spChg chg="mod">
          <ac:chgData name="Godha Ganesh Viswanadham" userId="9ff833c26eb962f1" providerId="LiveId" clId="{D45A37DD-0047-4FC0-B34F-405125EF9E76}" dt="2026-09-28T10:00:43.195" v="1378" actId="2711"/>
          <ac:spMkLst>
            <pc:docMk/>
            <pc:sldMk cId="4144509201" sldId="264"/>
            <ac:spMk id="32" creationId="{43C9DE42-9EC2-239B-299A-94A1D5550CBF}"/>
          </ac:spMkLst>
        </pc:spChg>
        <pc:spChg chg="mod">
          <ac:chgData name="Godha Ganesh Viswanadham" userId="9ff833c26eb962f1" providerId="LiveId" clId="{D45A37DD-0047-4FC0-B34F-405125EF9E76}" dt="2026-09-28T10:00:43.195" v="1378" actId="2711"/>
          <ac:spMkLst>
            <pc:docMk/>
            <pc:sldMk cId="4144509201" sldId="264"/>
            <ac:spMk id="33" creationId="{54769A86-9EA8-6D42-747A-A283B7A6484D}"/>
          </ac:spMkLst>
        </pc:spChg>
        <pc:spChg chg="mod">
          <ac:chgData name="Godha Ganesh Viswanadham" userId="9ff833c26eb962f1" providerId="LiveId" clId="{D45A37DD-0047-4FC0-B34F-405125EF9E76}" dt="2026-09-28T10:00:43.195" v="1378" actId="2711"/>
          <ac:spMkLst>
            <pc:docMk/>
            <pc:sldMk cId="4144509201" sldId="264"/>
            <ac:spMk id="35" creationId="{D583014C-4941-001D-0647-48167CBB5C66}"/>
          </ac:spMkLst>
        </pc:spChg>
        <pc:spChg chg="mod">
          <ac:chgData name="Godha Ganesh Viswanadham" userId="9ff833c26eb962f1" providerId="LiveId" clId="{D45A37DD-0047-4FC0-B34F-405125EF9E76}" dt="2026-09-28T10:00:43.195" v="1378" actId="2711"/>
          <ac:spMkLst>
            <pc:docMk/>
            <pc:sldMk cId="4144509201" sldId="264"/>
            <ac:spMk id="43" creationId="{AB33E429-ADE3-8DA7-8DE1-E1D476EBCA24}"/>
          </ac:spMkLst>
        </pc:spChg>
        <pc:spChg chg="mod">
          <ac:chgData name="Godha Ganesh Viswanadham" userId="9ff833c26eb962f1" providerId="LiveId" clId="{D45A37DD-0047-4FC0-B34F-405125EF9E76}" dt="2026-09-28T11:08:04.606" v="1598" actId="1036"/>
          <ac:spMkLst>
            <pc:docMk/>
            <pc:sldMk cId="4144509201" sldId="264"/>
            <ac:spMk id="49" creationId="{87ED353C-C027-B653-0B05-89CD8B9469F5}"/>
          </ac:spMkLst>
        </pc:spChg>
        <pc:spChg chg="mod">
          <ac:chgData name="Godha Ganesh Viswanadham" userId="9ff833c26eb962f1" providerId="LiveId" clId="{D45A37DD-0047-4FC0-B34F-405125EF9E76}" dt="2026-09-28T11:08:10.737" v="1606" actId="1037"/>
          <ac:spMkLst>
            <pc:docMk/>
            <pc:sldMk cId="4144509201" sldId="264"/>
            <ac:spMk id="50" creationId="{65491F09-95E6-C926-16C7-877C8EA7AD35}"/>
          </ac:spMkLst>
        </pc:spChg>
        <pc:spChg chg="mod">
          <ac:chgData name="Godha Ganesh Viswanadham" userId="9ff833c26eb962f1" providerId="LiveId" clId="{D45A37DD-0047-4FC0-B34F-405125EF9E76}" dt="2026-09-28T11:08:20.869" v="1615" actId="1037"/>
          <ac:spMkLst>
            <pc:docMk/>
            <pc:sldMk cId="4144509201" sldId="264"/>
            <ac:spMk id="51" creationId="{8C44E375-2A89-999B-86EA-C1C23BB2E0C0}"/>
          </ac:spMkLst>
        </pc:spChg>
        <pc:spChg chg="mod">
          <ac:chgData name="Godha Ganesh Viswanadham" userId="9ff833c26eb962f1" providerId="LiveId" clId="{D45A37DD-0047-4FC0-B34F-405125EF9E76}" dt="2026-09-28T11:06:42.135" v="1579" actId="207"/>
          <ac:spMkLst>
            <pc:docMk/>
            <pc:sldMk cId="4144509201" sldId="264"/>
            <ac:spMk id="52" creationId="{7B9DEF05-1971-A9F8-BE09-D83F971BAAA0}"/>
          </ac:spMkLst>
        </pc:spChg>
        <pc:spChg chg="mod">
          <ac:chgData name="Godha Ganesh Viswanadham" userId="9ff833c26eb962f1" providerId="LiveId" clId="{D45A37DD-0047-4FC0-B34F-405125EF9E76}" dt="2026-09-28T11:06:49.519" v="1580" actId="207"/>
          <ac:spMkLst>
            <pc:docMk/>
            <pc:sldMk cId="4144509201" sldId="264"/>
            <ac:spMk id="53" creationId="{11DB4A2C-0508-8065-70C6-11E61DF791EB}"/>
          </ac:spMkLst>
        </pc:spChg>
        <pc:grpChg chg="del mod">
          <ac:chgData name="Godha Ganesh Viswanadham" userId="9ff833c26eb962f1" providerId="LiveId" clId="{D45A37DD-0047-4FC0-B34F-405125EF9E76}" dt="2026-09-28T08:23:34.869" v="676" actId="478"/>
          <ac:grpSpMkLst>
            <pc:docMk/>
            <pc:sldMk cId="4144509201" sldId="264"/>
            <ac:grpSpMk id="2" creationId="{BA6EBCD6-8008-422D-489C-5FDE12DCD756}"/>
          </ac:grpSpMkLst>
        </pc:grpChg>
        <pc:grpChg chg="add mod">
          <ac:chgData name="Godha Ganesh Viswanadham" userId="9ff833c26eb962f1" providerId="LiveId" clId="{D45A37DD-0047-4FC0-B34F-405125EF9E76}" dt="2026-09-28T08:24:03.279" v="683"/>
          <ac:grpSpMkLst>
            <pc:docMk/>
            <pc:sldMk cId="4144509201" sldId="264"/>
            <ac:grpSpMk id="8" creationId="{AD09877C-9429-08AE-E919-1B7A2F46E8E5}"/>
          </ac:grpSpMkLst>
        </pc:grpChg>
        <pc:cxnChg chg="mod">
          <ac:chgData name="Godha Ganesh Viswanadham" userId="9ff833c26eb962f1" providerId="LiveId" clId="{D45A37DD-0047-4FC0-B34F-405125EF9E76}" dt="2026-09-28T10:00:28.062" v="1377" actId="1038"/>
          <ac:cxnSpMkLst>
            <pc:docMk/>
            <pc:sldMk cId="4144509201" sldId="264"/>
            <ac:cxnSpMk id="6" creationId="{C02042AB-3E28-906D-56FF-B13C8F56535F}"/>
          </ac:cxnSpMkLst>
        </pc:cxnChg>
      </pc:sldChg>
      <pc:sldChg chg="addSp delSp modSp mod">
        <pc:chgData name="Godha Ganesh Viswanadham" userId="9ff833c26eb962f1" providerId="LiveId" clId="{D45A37DD-0047-4FC0-B34F-405125EF9E76}" dt="2026-09-28T10:06:23.124" v="1575" actId="22"/>
        <pc:sldMkLst>
          <pc:docMk/>
          <pc:sldMk cId="2899780932" sldId="265"/>
        </pc:sldMkLst>
        <pc:spChg chg="add del mod">
          <ac:chgData name="Godha Ganesh Viswanadham" userId="9ff833c26eb962f1" providerId="LiveId" clId="{D45A37DD-0047-4FC0-B34F-405125EF9E76}" dt="2026-09-28T10:06:22.271" v="1574" actId="478"/>
          <ac:spMkLst>
            <pc:docMk/>
            <pc:sldMk cId="2899780932" sldId="265"/>
            <ac:spMk id="4" creationId="{1E145933-A96D-3B7C-210E-B945BBC9EE04}"/>
          </ac:spMkLst>
        </pc:spChg>
        <pc:spChg chg="add">
          <ac:chgData name="Godha Ganesh Viswanadham" userId="9ff833c26eb962f1" providerId="LiveId" clId="{D45A37DD-0047-4FC0-B34F-405125EF9E76}" dt="2026-09-28T10:06:23.124" v="1575" actId="22"/>
          <ac:spMkLst>
            <pc:docMk/>
            <pc:sldMk cId="2899780932" sldId="265"/>
            <ac:spMk id="6" creationId="{F3D21E52-7633-46F7-1DD3-7F53BF39BA3A}"/>
          </ac:spMkLst>
        </pc:spChg>
      </pc:sldChg>
      <pc:sldChg chg="addSp delSp modSp mod">
        <pc:chgData name="Godha Ganesh Viswanadham" userId="9ff833c26eb962f1" providerId="LiveId" clId="{D45A37DD-0047-4FC0-B34F-405125EF9E76}" dt="2026-09-28T10:06:11.779" v="1571" actId="22"/>
        <pc:sldMkLst>
          <pc:docMk/>
          <pc:sldMk cId="4267892479" sldId="266"/>
        </pc:sldMkLst>
        <pc:spChg chg="mod">
          <ac:chgData name="Godha Ganesh Viswanadham" userId="9ff833c26eb962f1" providerId="LiveId" clId="{D45A37DD-0047-4FC0-B34F-405125EF9E76}" dt="2026-09-28T10:01:05.061" v="1381" actId="1076"/>
          <ac:spMkLst>
            <pc:docMk/>
            <pc:sldMk cId="4267892479" sldId="266"/>
            <ac:spMk id="3" creationId="{031C5944-1143-8F3C-08FD-FDA4ED6096B8}"/>
          </ac:spMkLst>
        </pc:spChg>
        <pc:spChg chg="add del mod">
          <ac:chgData name="Godha Ganesh Viswanadham" userId="9ff833c26eb962f1" providerId="LiveId" clId="{D45A37DD-0047-4FC0-B34F-405125EF9E76}" dt="2026-09-28T10:06:10.820" v="1570" actId="478"/>
          <ac:spMkLst>
            <pc:docMk/>
            <pc:sldMk cId="4267892479" sldId="266"/>
            <ac:spMk id="5" creationId="{3EF08438-74A0-2886-65FB-79D01BF669DA}"/>
          </ac:spMkLst>
        </pc:spChg>
        <pc:spChg chg="mod">
          <ac:chgData name="Godha Ganesh Viswanadham" userId="9ff833c26eb962f1" providerId="LiveId" clId="{D45A37DD-0047-4FC0-B34F-405125EF9E76}" dt="2026-09-28T08:24:05.974" v="684"/>
          <ac:spMkLst>
            <pc:docMk/>
            <pc:sldMk cId="4267892479" sldId="266"/>
            <ac:spMk id="8" creationId="{4E7758EC-1D61-CC7C-BD0B-35CCF0F19176}"/>
          </ac:spMkLst>
        </pc:spChg>
        <pc:spChg chg="mod">
          <ac:chgData name="Godha Ganesh Viswanadham" userId="9ff833c26eb962f1" providerId="LiveId" clId="{D45A37DD-0047-4FC0-B34F-405125EF9E76}" dt="2026-09-28T08:24:05.974" v="684"/>
          <ac:spMkLst>
            <pc:docMk/>
            <pc:sldMk cId="4267892479" sldId="266"/>
            <ac:spMk id="9" creationId="{561A1AD3-4A31-1093-AE72-E32CFAD2AF9D}"/>
          </ac:spMkLst>
        </pc:spChg>
        <pc:spChg chg="mod">
          <ac:chgData name="Godha Ganesh Viswanadham" userId="9ff833c26eb962f1" providerId="LiveId" clId="{D45A37DD-0047-4FC0-B34F-405125EF9E76}" dt="2026-09-28T10:01:26.612" v="1449" actId="2711"/>
          <ac:spMkLst>
            <pc:docMk/>
            <pc:sldMk cId="4267892479" sldId="266"/>
            <ac:spMk id="12" creationId="{94F47FA8-2D2F-4908-4AB0-D7691A95382A}"/>
          </ac:spMkLst>
        </pc:spChg>
        <pc:spChg chg="mod">
          <ac:chgData name="Godha Ganesh Viswanadham" userId="9ff833c26eb962f1" providerId="LiveId" clId="{D45A37DD-0047-4FC0-B34F-405125EF9E76}" dt="2026-09-28T10:01:26.612" v="1449" actId="2711"/>
          <ac:spMkLst>
            <pc:docMk/>
            <pc:sldMk cId="4267892479" sldId="266"/>
            <ac:spMk id="15" creationId="{20FD7038-9BA3-2900-547B-7CFA14A22030}"/>
          </ac:spMkLst>
        </pc:spChg>
        <pc:spChg chg="mod">
          <ac:chgData name="Godha Ganesh Viswanadham" userId="9ff833c26eb962f1" providerId="LiveId" clId="{D45A37DD-0047-4FC0-B34F-405125EF9E76}" dt="2026-09-28T10:01:26.612" v="1449" actId="2711"/>
          <ac:spMkLst>
            <pc:docMk/>
            <pc:sldMk cId="4267892479" sldId="266"/>
            <ac:spMk id="17" creationId="{CA33C5C0-BBCA-6237-396A-F99E82679FC2}"/>
          </ac:spMkLst>
        </pc:spChg>
        <pc:spChg chg="mod">
          <ac:chgData name="Godha Ganesh Viswanadham" userId="9ff833c26eb962f1" providerId="LiveId" clId="{D45A37DD-0047-4FC0-B34F-405125EF9E76}" dt="2026-09-28T10:01:26.612" v="1449" actId="2711"/>
          <ac:spMkLst>
            <pc:docMk/>
            <pc:sldMk cId="4267892479" sldId="266"/>
            <ac:spMk id="18" creationId="{BB1FB90E-685F-0F02-15C2-7A1EA11B8BCF}"/>
          </ac:spMkLst>
        </pc:spChg>
        <pc:spChg chg="mod">
          <ac:chgData name="Godha Ganesh Viswanadham" userId="9ff833c26eb962f1" providerId="LiveId" clId="{D45A37DD-0047-4FC0-B34F-405125EF9E76}" dt="2026-09-28T05:08:29.473" v="19" actId="208"/>
          <ac:spMkLst>
            <pc:docMk/>
            <pc:sldMk cId="4267892479" sldId="266"/>
            <ac:spMk id="25" creationId="{E868912D-1423-8512-65D2-2A5E5F2322DE}"/>
          </ac:spMkLst>
        </pc:spChg>
        <pc:spChg chg="mod">
          <ac:chgData name="Godha Ganesh Viswanadham" userId="9ff833c26eb962f1" providerId="LiveId" clId="{D45A37DD-0047-4FC0-B34F-405125EF9E76}" dt="2026-09-28T10:01:26.612" v="1449" actId="2711"/>
          <ac:spMkLst>
            <pc:docMk/>
            <pc:sldMk cId="4267892479" sldId="266"/>
            <ac:spMk id="26" creationId="{F0232240-6B37-D1A7-311C-877F42C1D405}"/>
          </ac:spMkLst>
        </pc:spChg>
        <pc:spChg chg="mod">
          <ac:chgData name="Godha Ganesh Viswanadham" userId="9ff833c26eb962f1" providerId="LiveId" clId="{D45A37DD-0047-4FC0-B34F-405125EF9E76}" dt="2026-09-28T10:01:26.612" v="1449" actId="2711"/>
          <ac:spMkLst>
            <pc:docMk/>
            <pc:sldMk cId="4267892479" sldId="266"/>
            <ac:spMk id="28" creationId="{6EB49B82-4AD8-AFB8-F073-DCF769EDB9E1}"/>
          </ac:spMkLst>
        </pc:spChg>
        <pc:spChg chg="mod">
          <ac:chgData name="Godha Ganesh Viswanadham" userId="9ff833c26eb962f1" providerId="LiveId" clId="{D45A37DD-0047-4FC0-B34F-405125EF9E76}" dt="2026-09-28T10:01:26.612" v="1449" actId="2711"/>
          <ac:spMkLst>
            <pc:docMk/>
            <pc:sldMk cId="4267892479" sldId="266"/>
            <ac:spMk id="29" creationId="{9101E263-125B-25F2-4E55-52A2A38D1426}"/>
          </ac:spMkLst>
        </pc:spChg>
        <pc:spChg chg="add">
          <ac:chgData name="Godha Ganesh Viswanadham" userId="9ff833c26eb962f1" providerId="LiveId" clId="{D45A37DD-0047-4FC0-B34F-405125EF9E76}" dt="2026-09-28T10:06:11.779" v="1571" actId="22"/>
          <ac:spMkLst>
            <pc:docMk/>
            <pc:sldMk cId="4267892479" sldId="266"/>
            <ac:spMk id="32" creationId="{1FECF3D6-E314-E9AB-ABA4-D7907E40C97D}"/>
          </ac:spMkLst>
        </pc:spChg>
        <pc:spChg chg="mod">
          <ac:chgData name="Godha Ganesh Viswanadham" userId="9ff833c26eb962f1" providerId="LiveId" clId="{D45A37DD-0047-4FC0-B34F-405125EF9E76}" dt="2026-09-28T10:01:26.612" v="1449" actId="2711"/>
          <ac:spMkLst>
            <pc:docMk/>
            <pc:sldMk cId="4267892479" sldId="266"/>
            <ac:spMk id="77" creationId="{62B04C1F-0B0F-5E69-9D27-39DE30167DE2}"/>
          </ac:spMkLst>
        </pc:spChg>
        <pc:spChg chg="mod">
          <ac:chgData name="Godha Ganesh Viswanadham" userId="9ff833c26eb962f1" providerId="LiveId" clId="{D45A37DD-0047-4FC0-B34F-405125EF9E76}" dt="2026-09-28T10:01:26.612" v="1449" actId="2711"/>
          <ac:spMkLst>
            <pc:docMk/>
            <pc:sldMk cId="4267892479" sldId="266"/>
            <ac:spMk id="79" creationId="{C2261143-54B3-EF0A-3502-890CB52A2693}"/>
          </ac:spMkLst>
        </pc:spChg>
        <pc:spChg chg="mod">
          <ac:chgData name="Godha Ganesh Viswanadham" userId="9ff833c26eb962f1" providerId="LiveId" clId="{D45A37DD-0047-4FC0-B34F-405125EF9E76}" dt="2026-09-28T10:01:26.612" v="1449" actId="2711"/>
          <ac:spMkLst>
            <pc:docMk/>
            <pc:sldMk cId="4267892479" sldId="266"/>
            <ac:spMk id="80" creationId="{FD3F403E-4871-1E9B-3D5A-D0B42206A1EE}"/>
          </ac:spMkLst>
        </pc:spChg>
        <pc:grpChg chg="del">
          <ac:chgData name="Godha Ganesh Viswanadham" userId="9ff833c26eb962f1" providerId="LiveId" clId="{D45A37DD-0047-4FC0-B34F-405125EF9E76}" dt="2026-09-28T08:23:38.286" v="677" actId="478"/>
          <ac:grpSpMkLst>
            <pc:docMk/>
            <pc:sldMk cId="4267892479" sldId="266"/>
            <ac:grpSpMk id="2" creationId="{4B502210-9B44-302D-4E93-D98DCCD94318}"/>
          </ac:grpSpMkLst>
        </pc:grpChg>
        <pc:grpChg chg="add mod">
          <ac:chgData name="Godha Ganesh Viswanadham" userId="9ff833c26eb962f1" providerId="LiveId" clId="{D45A37DD-0047-4FC0-B34F-405125EF9E76}" dt="2026-09-28T08:24:07.842" v="686" actId="1037"/>
          <ac:grpSpMkLst>
            <pc:docMk/>
            <pc:sldMk cId="4267892479" sldId="266"/>
            <ac:grpSpMk id="7" creationId="{D3B337C6-0410-EA05-B3F0-DC39D27B34AF}"/>
          </ac:grpSpMkLst>
        </pc:grpChg>
        <pc:cxnChg chg="mod">
          <ac:chgData name="Godha Ganesh Viswanadham" userId="9ff833c26eb962f1" providerId="LiveId" clId="{D45A37DD-0047-4FC0-B34F-405125EF9E76}" dt="2026-09-28T10:01:11.773" v="1448" actId="1037"/>
          <ac:cxnSpMkLst>
            <pc:docMk/>
            <pc:sldMk cId="4267892479" sldId="266"/>
            <ac:cxnSpMk id="6" creationId="{203560D6-A538-ED19-D64A-44A72569A4C4}"/>
          </ac:cxnSpMkLst>
        </pc:cxnChg>
      </pc:sldChg>
      <pc:sldChg chg="addSp delSp modSp mod">
        <pc:chgData name="Godha Ganesh Viswanadham" userId="9ff833c26eb962f1" providerId="LiveId" clId="{D45A37DD-0047-4FC0-B34F-405125EF9E76}" dt="2026-09-28T10:06:17.326" v="1573" actId="22"/>
        <pc:sldMkLst>
          <pc:docMk/>
          <pc:sldMk cId="1694694908" sldId="267"/>
        </pc:sldMkLst>
        <pc:spChg chg="mod">
          <ac:chgData name="Godha Ganesh Viswanadham" userId="9ff833c26eb962f1" providerId="LiveId" clId="{D45A37DD-0047-4FC0-B34F-405125EF9E76}" dt="2026-09-28T10:01:47.755" v="1451" actId="1076"/>
          <ac:spMkLst>
            <pc:docMk/>
            <pc:sldMk cId="1694694908" sldId="267"/>
            <ac:spMk id="3" creationId="{0F89A4C3-6EA7-0194-28D7-B13C7A71F71C}"/>
          </ac:spMkLst>
        </pc:spChg>
        <pc:spChg chg="add del mod">
          <ac:chgData name="Godha Ganesh Viswanadham" userId="9ff833c26eb962f1" providerId="LiveId" clId="{D45A37DD-0047-4FC0-B34F-405125EF9E76}" dt="2026-09-28T10:06:16.415" v="1572" actId="478"/>
          <ac:spMkLst>
            <pc:docMk/>
            <pc:sldMk cId="1694694908" sldId="267"/>
            <ac:spMk id="7" creationId="{75532CC4-9784-E282-14FD-64F85F7FF2F1}"/>
          </ac:spMkLst>
        </pc:spChg>
        <pc:spChg chg="mod">
          <ac:chgData name="Godha Ganesh Viswanadham" userId="9ff833c26eb962f1" providerId="LiveId" clId="{D45A37DD-0047-4FC0-B34F-405125EF9E76}" dt="2026-09-28T08:24:09.963" v="687"/>
          <ac:spMkLst>
            <pc:docMk/>
            <pc:sldMk cId="1694694908" sldId="267"/>
            <ac:spMk id="9" creationId="{FD073629-6B3A-A7FB-D676-180C78E5782F}"/>
          </ac:spMkLst>
        </pc:spChg>
        <pc:spChg chg="mod">
          <ac:chgData name="Godha Ganesh Viswanadham" userId="9ff833c26eb962f1" providerId="LiveId" clId="{D45A37DD-0047-4FC0-B34F-405125EF9E76}" dt="2026-09-28T08:24:09.963" v="687"/>
          <ac:spMkLst>
            <pc:docMk/>
            <pc:sldMk cId="1694694908" sldId="267"/>
            <ac:spMk id="11" creationId="{14D25575-8668-C674-41A3-EE797CF778FF}"/>
          </ac:spMkLst>
        </pc:spChg>
        <pc:spChg chg="add">
          <ac:chgData name="Godha Ganesh Viswanadham" userId="9ff833c26eb962f1" providerId="LiveId" clId="{D45A37DD-0047-4FC0-B34F-405125EF9E76}" dt="2026-09-28T10:06:17.326" v="1573" actId="22"/>
          <ac:spMkLst>
            <pc:docMk/>
            <pc:sldMk cId="1694694908" sldId="267"/>
            <ac:spMk id="13" creationId="{C544EF36-6BF9-2EC0-FF8A-13ED2C8DAA8C}"/>
          </ac:spMkLst>
        </pc:spChg>
        <pc:grpChg chg="del">
          <ac:chgData name="Godha Ganesh Viswanadham" userId="9ff833c26eb962f1" providerId="LiveId" clId="{D45A37DD-0047-4FC0-B34F-405125EF9E76}" dt="2026-09-28T08:23:41.440" v="678" actId="478"/>
          <ac:grpSpMkLst>
            <pc:docMk/>
            <pc:sldMk cId="1694694908" sldId="267"/>
            <ac:grpSpMk id="2" creationId="{EB85780B-BE90-483E-9F3F-E2418EA0FA60}"/>
          </ac:grpSpMkLst>
        </pc:grpChg>
        <pc:grpChg chg="add mod">
          <ac:chgData name="Godha Ganesh Viswanadham" userId="9ff833c26eb962f1" providerId="LiveId" clId="{D45A37DD-0047-4FC0-B34F-405125EF9E76}" dt="2026-09-28T08:24:09.963" v="687"/>
          <ac:grpSpMkLst>
            <pc:docMk/>
            <pc:sldMk cId="1694694908" sldId="267"/>
            <ac:grpSpMk id="8" creationId="{D9F77207-D9AE-FEC2-2D15-98BB29AD5577}"/>
          </ac:grpSpMkLst>
        </pc:grpChg>
        <pc:picChg chg="ord">
          <ac:chgData name="Godha Ganesh Viswanadham" userId="9ff833c26eb962f1" providerId="LiveId" clId="{D45A37DD-0047-4FC0-B34F-405125EF9E76}" dt="2026-09-28T10:02:02.340" v="1461" actId="171"/>
          <ac:picMkLst>
            <pc:docMk/>
            <pc:sldMk cId="1694694908" sldId="267"/>
            <ac:picMk id="100" creationId="{11B9F1FF-A677-1455-1653-B31DD1F3A3BA}"/>
          </ac:picMkLst>
        </pc:picChg>
        <pc:cxnChg chg="mod">
          <ac:chgData name="Godha Ganesh Viswanadham" userId="9ff833c26eb962f1" providerId="LiveId" clId="{D45A37DD-0047-4FC0-B34F-405125EF9E76}" dt="2026-09-28T10:02:10.830" v="1547" actId="1038"/>
          <ac:cxnSpMkLst>
            <pc:docMk/>
            <pc:sldMk cId="1694694908" sldId="267"/>
            <ac:cxnSpMk id="6" creationId="{F829A188-BEA5-1027-B144-1107F3A276E4}"/>
          </ac:cxnSpMkLst>
        </pc:cxnChg>
      </pc:sldChg>
      <pc:sldChg chg="addSp delSp modSp add del mod">
        <pc:chgData name="Godha Ganesh Viswanadham" userId="9ff833c26eb962f1" providerId="LiveId" clId="{D45A37DD-0047-4FC0-B34F-405125EF9E76}" dt="2026-09-28T08:17:16.166" v="49" actId="47"/>
        <pc:sldMkLst>
          <pc:docMk/>
          <pc:sldMk cId="1529076202" sldId="268"/>
        </pc:sldMkLst>
        <pc:spChg chg="mod">
          <ac:chgData name="Godha Ganesh Viswanadham" userId="9ff833c26eb962f1" providerId="LiveId" clId="{D45A37DD-0047-4FC0-B34F-405125EF9E76}" dt="2026-09-28T05:07:42.677" v="16" actId="20577"/>
          <ac:spMkLst>
            <pc:docMk/>
            <pc:sldMk cId="1529076202" sldId="268"/>
            <ac:spMk id="3" creationId="{BC1A66A6-5AE2-E1DD-D629-F0ABC84423BB}"/>
          </ac:spMkLst>
        </pc:spChg>
        <pc:spChg chg="add mod">
          <ac:chgData name="Godha Ganesh Viswanadham" userId="9ff833c26eb962f1" providerId="LiveId" clId="{D45A37DD-0047-4FC0-B34F-405125EF9E76}" dt="2026-09-28T05:07:34.422" v="6" actId="1037"/>
          <ac:spMkLst>
            <pc:docMk/>
            <pc:sldMk cId="1529076202" sldId="268"/>
            <ac:spMk id="5" creationId="{52BCCB39-9E4C-C3F3-90AA-59FB123AD6C5}"/>
          </ac:spMkLst>
        </pc:spChg>
        <pc:picChg chg="del">
          <ac:chgData name="Godha Ganesh Viswanadham" userId="9ff833c26eb962f1" providerId="LiveId" clId="{D45A37DD-0047-4FC0-B34F-405125EF9E76}" dt="2026-09-28T05:07:16.423" v="1" actId="478"/>
          <ac:picMkLst>
            <pc:docMk/>
            <pc:sldMk cId="1529076202" sldId="268"/>
            <ac:picMk id="100" creationId="{E8B34DDB-222C-5007-2DBC-239FB83317B2}"/>
          </ac:picMkLst>
        </pc:picChg>
        <pc:cxnChg chg="mod">
          <ac:chgData name="Godha Ganesh Viswanadham" userId="9ff833c26eb962f1" providerId="LiveId" clId="{D45A37DD-0047-4FC0-B34F-405125EF9E76}" dt="2026-09-28T05:07:50.322" v="17" actId="14100"/>
          <ac:cxnSpMkLst>
            <pc:docMk/>
            <pc:sldMk cId="1529076202" sldId="268"/>
            <ac:cxnSpMk id="6" creationId="{E99BBF30-8683-8D39-BA6A-D09CBFF0518E}"/>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C90190-FC72-4752-AA77-1466AA068022}" type="datetimeFigureOut">
              <a:rPr lang="en-IN" smtClean="0"/>
              <a:t>29-09-2026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019734-ACBB-4DB6-887E-05321978DDA1}" type="slidenum">
              <a:rPr lang="en-IN" smtClean="0"/>
              <a:t>‹#›</a:t>
            </a:fld>
            <a:endParaRPr lang="en-IN"/>
          </a:p>
        </p:txBody>
      </p:sp>
    </p:spTree>
    <p:extLst>
      <p:ext uri="{BB962C8B-B14F-4D97-AF65-F5344CB8AC3E}">
        <p14:creationId xmlns:p14="http://schemas.microsoft.com/office/powerpoint/2010/main" val="1588611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Good afternoon everyone.</a:t>
            </a:r>
            <a:endParaRPr lang="en-IN" dirty="0"/>
          </a:p>
          <a:p>
            <a:r>
              <a:rPr lang="en-IN" dirty="0"/>
              <a:t>Respected faculty members and my dear friends, my name is </a:t>
            </a:r>
            <a:r>
              <a:rPr lang="en-IN" b="1" dirty="0"/>
              <a:t>Godha Ganesh Viswanadham</a:t>
            </a:r>
            <a:r>
              <a:rPr lang="en-IN" dirty="0"/>
              <a:t>, from the Department of Computer Applications, Gayatri Vidya Parishad College of Engineering.</a:t>
            </a:r>
          </a:p>
          <a:p>
            <a:r>
              <a:rPr lang="en-IN" dirty="0"/>
              <a:t>Today I am going to present my mini project titled </a:t>
            </a:r>
            <a:r>
              <a:rPr lang="en-IN" b="1" dirty="0"/>
              <a:t>“Meet Minutes – Web Based Application.”</a:t>
            </a:r>
            <a:endParaRPr lang="en-IN" dirty="0"/>
          </a:p>
          <a:p>
            <a:r>
              <a:rPr lang="en-IN" dirty="0"/>
              <a:t>The main purpose of this project is to </a:t>
            </a:r>
            <a:r>
              <a:rPr lang="en-IN" b="1" dirty="0"/>
              <a:t>summarize meetings, extract important minutes and action items, and manage the tasks generated from meetings.</a:t>
            </a:r>
            <a:endParaRPr lang="en-IN" dirty="0"/>
          </a:p>
          <a:p>
            <a:endParaRPr lang="en-IN" dirty="0"/>
          </a:p>
        </p:txBody>
      </p:sp>
      <p:sp>
        <p:nvSpPr>
          <p:cNvPr id="4" name="Slide Number Placeholder 3"/>
          <p:cNvSpPr>
            <a:spLocks noGrp="1"/>
          </p:cNvSpPr>
          <p:nvPr>
            <p:ph type="sldNum" sz="quarter" idx="5"/>
          </p:nvPr>
        </p:nvSpPr>
        <p:spPr/>
        <p:txBody>
          <a:bodyPr/>
          <a:lstStyle/>
          <a:p>
            <a:fld id="{A7466F22-0586-492E-817D-2BF8258A58EE}" type="slidenum">
              <a:rPr lang="en-IN" smtClean="0"/>
              <a:t>1</a:t>
            </a:fld>
            <a:endParaRPr lang="en-IN"/>
          </a:p>
        </p:txBody>
      </p:sp>
    </p:spTree>
    <p:extLst>
      <p:ext uri="{BB962C8B-B14F-4D97-AF65-F5344CB8AC3E}">
        <p14:creationId xmlns:p14="http://schemas.microsoft.com/office/powerpoint/2010/main" val="3634919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The name of our application is </a:t>
            </a:r>
            <a:r>
              <a:rPr lang="en-IN" b="1" dirty="0"/>
              <a:t>Meet Minutes</a:t>
            </a:r>
            <a:r>
              <a:rPr lang="en-IN" dirty="0"/>
              <a:t>.</a:t>
            </a:r>
          </a:p>
          <a:p>
            <a:r>
              <a:rPr lang="en-IN" dirty="0"/>
              <a:t>The application mainly focuses on three things: </a:t>
            </a:r>
            <a:r>
              <a:rPr lang="en-IN" b="1" dirty="0"/>
              <a:t>summarizing meetings, extracting meeting minutes, and managing tasks.</a:t>
            </a:r>
          </a:p>
          <a:p>
            <a:endParaRPr lang="en-I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 main purpose of this project is to </a:t>
            </a:r>
            <a:r>
              <a:rPr lang="en-IN" b="1" dirty="0"/>
              <a:t>summarize meetings, extract important minutes and action items, and manage the tasks generated from meetings.</a:t>
            </a:r>
            <a:endParaRPr lang="en-IN" dirty="0"/>
          </a:p>
          <a:p>
            <a:endParaRPr lang="en-IN" dirty="0"/>
          </a:p>
          <a:p>
            <a:endParaRPr lang="en-IN" dirty="0"/>
          </a:p>
        </p:txBody>
      </p:sp>
      <p:sp>
        <p:nvSpPr>
          <p:cNvPr id="4" name="Slide Number Placeholder 3"/>
          <p:cNvSpPr>
            <a:spLocks noGrp="1"/>
          </p:cNvSpPr>
          <p:nvPr>
            <p:ph type="sldNum" sz="quarter" idx="5"/>
          </p:nvPr>
        </p:nvSpPr>
        <p:spPr/>
        <p:txBody>
          <a:bodyPr/>
          <a:lstStyle/>
          <a:p>
            <a:fld id="{A7466F22-0586-492E-817D-2BF8258A58EE}" type="slidenum">
              <a:rPr lang="en-IN" smtClean="0"/>
              <a:t>2</a:t>
            </a:fld>
            <a:endParaRPr lang="en-IN"/>
          </a:p>
        </p:txBody>
      </p:sp>
    </p:spTree>
    <p:extLst>
      <p:ext uri="{BB962C8B-B14F-4D97-AF65-F5344CB8AC3E}">
        <p14:creationId xmlns:p14="http://schemas.microsoft.com/office/powerpoint/2010/main" val="1981298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22052-E6BE-EC42-CE93-B6211BB56D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0B12E-B887-4837-2B39-9FE4818AA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CE8EE1-E214-196F-5D16-17C7B2F718EC}"/>
              </a:ext>
            </a:extLst>
          </p:cNvPr>
          <p:cNvSpPr>
            <a:spLocks noGrp="1"/>
          </p:cNvSpPr>
          <p:nvPr>
            <p:ph type="body" idx="1"/>
          </p:nvPr>
        </p:nvSpPr>
        <p:spPr/>
        <p:txBody>
          <a:bodyPr/>
          <a:lstStyle/>
          <a:p>
            <a:r>
              <a:rPr lang="en-IN" dirty="0"/>
              <a:t>Now coming to the </a:t>
            </a:r>
            <a:r>
              <a:rPr lang="en-IN" b="1" dirty="0"/>
              <a:t>problem statement</a:t>
            </a:r>
            <a:r>
              <a:rPr lang="en-IN" dirty="0"/>
              <a:t>.</a:t>
            </a:r>
          </a:p>
          <a:p>
            <a:r>
              <a:rPr lang="en-IN" dirty="0"/>
              <a:t>Meetings generate a large amount of information such as discussions, decisions, responsibilities, and deadlines.</a:t>
            </a:r>
          </a:p>
          <a:p>
            <a:r>
              <a:rPr lang="en-IN" dirty="0"/>
              <a:t>Traditionally, someone has to listen to the meeting and manually prepare the meeting minutes.</a:t>
            </a:r>
          </a:p>
          <a:p>
            <a:r>
              <a:rPr lang="en-IN" dirty="0"/>
              <a:t>This process has several problems.</a:t>
            </a:r>
          </a:p>
          <a:p>
            <a:r>
              <a:rPr lang="en-IN" dirty="0"/>
              <a:t>First, it is </a:t>
            </a:r>
            <a:r>
              <a:rPr lang="en-IN" b="1" dirty="0"/>
              <a:t>time-consuming</a:t>
            </a:r>
            <a:r>
              <a:rPr lang="en-IN" dirty="0"/>
              <a:t>.</a:t>
            </a:r>
          </a:p>
          <a:p>
            <a:r>
              <a:rPr lang="en-IN" dirty="0"/>
              <a:t>Second, while preparing notes manually, some important discussions or decisions may be missed.</a:t>
            </a:r>
          </a:p>
          <a:p>
            <a:r>
              <a:rPr lang="en-IN" dirty="0"/>
              <a:t>Third, action items may not be properly identified or assigned to the responsible person.</a:t>
            </a:r>
          </a:p>
          <a:p>
            <a:r>
              <a:rPr lang="en-IN" dirty="0"/>
              <a:t>And finally, tracking deadlines and task progress becomes difficult.</a:t>
            </a:r>
          </a:p>
          <a:p>
            <a:r>
              <a:rPr lang="en-IN" dirty="0"/>
              <a:t>For example, suppose during a meeting three tasks are assigned to three different people. If these tasks are only mentioned verbally, there is a possibility that someone may forget their responsibility or deadline.</a:t>
            </a:r>
          </a:p>
          <a:p>
            <a:r>
              <a:rPr lang="en-IN" dirty="0"/>
              <a:t>Therefore, our project aims to automatically convert meeting conversations into </a:t>
            </a:r>
            <a:r>
              <a:rPr lang="en-IN" b="1" dirty="0"/>
              <a:t>structured meeting minutes</a:t>
            </a:r>
            <a:r>
              <a:rPr lang="en-IN" dirty="0"/>
              <a:t>, extract decisions and action items, identify participants and deadlines, and help users track those tasks.</a:t>
            </a:r>
          </a:p>
          <a:p>
            <a:endParaRPr lang="en-IN" dirty="0"/>
          </a:p>
        </p:txBody>
      </p:sp>
      <p:sp>
        <p:nvSpPr>
          <p:cNvPr id="4" name="Slide Number Placeholder 3">
            <a:extLst>
              <a:ext uri="{FF2B5EF4-FFF2-40B4-BE49-F238E27FC236}">
                <a16:creationId xmlns:a16="http://schemas.microsoft.com/office/drawing/2014/main" id="{3E5A4BE4-206A-DD14-CCB1-0CA5E0EDC813}"/>
              </a:ext>
            </a:extLst>
          </p:cNvPr>
          <p:cNvSpPr>
            <a:spLocks noGrp="1"/>
          </p:cNvSpPr>
          <p:nvPr>
            <p:ph type="sldNum" sz="quarter" idx="5"/>
          </p:nvPr>
        </p:nvSpPr>
        <p:spPr/>
        <p:txBody>
          <a:bodyPr/>
          <a:lstStyle/>
          <a:p>
            <a:fld id="{A7466F22-0586-492E-817D-2BF8258A58EE}" type="slidenum">
              <a:rPr lang="en-IN" smtClean="0"/>
              <a:t>3</a:t>
            </a:fld>
            <a:endParaRPr lang="en-IN"/>
          </a:p>
        </p:txBody>
      </p:sp>
    </p:spTree>
    <p:extLst>
      <p:ext uri="{BB962C8B-B14F-4D97-AF65-F5344CB8AC3E}">
        <p14:creationId xmlns:p14="http://schemas.microsoft.com/office/powerpoint/2010/main" val="2429386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Meet Minutes is an AI-powered web application</a:t>
            </a:r>
            <a:r>
              <a:rPr lang="en-IN" dirty="0"/>
              <a:t> designed to automate meeting documentation and task management.</a:t>
            </a:r>
          </a:p>
          <a:p>
            <a:r>
              <a:rPr lang="en-IN" dirty="0"/>
              <a:t>The user can create and manage meetings, add participants, and provide meeting transcripts or audio.</a:t>
            </a:r>
          </a:p>
          <a:p>
            <a:r>
              <a:rPr lang="en-IN" dirty="0"/>
              <a:t>If audio is provided, the system uses </a:t>
            </a:r>
            <a:r>
              <a:rPr lang="en-IN" b="1" dirty="0"/>
              <a:t>Whisper-based speech transcription</a:t>
            </a:r>
            <a:r>
              <a:rPr lang="en-IN" dirty="0"/>
              <a:t> to convert speech into text.</a:t>
            </a:r>
          </a:p>
          <a:p>
            <a:r>
              <a:rPr lang="en-IN" dirty="0"/>
              <a:t>Then the meeting content is </a:t>
            </a:r>
            <a:r>
              <a:rPr lang="en-IN" dirty="0" err="1"/>
              <a:t>analyzed</a:t>
            </a:r>
            <a:r>
              <a:rPr lang="en-IN" dirty="0"/>
              <a:t> using AI.</a:t>
            </a:r>
          </a:p>
          <a:p>
            <a:r>
              <a:rPr lang="en-IN" dirty="0"/>
              <a:t>The system extracts information such as the </a:t>
            </a:r>
            <a:r>
              <a:rPr lang="en-IN" b="1" dirty="0"/>
              <a:t>meeting summary, discussion points, decisions, action items, assigned participants, and deadlines</a:t>
            </a:r>
            <a:r>
              <a:rPr lang="en-IN" dirty="0"/>
              <a:t>.</a:t>
            </a:r>
          </a:p>
          <a:p>
            <a:r>
              <a:rPr lang="en-IN" dirty="0"/>
              <a:t>These action items can then be converted into tasks and tracked through different stages such as </a:t>
            </a:r>
            <a:r>
              <a:rPr lang="en-IN" b="1" dirty="0"/>
              <a:t>pending, in progress, and completed</a:t>
            </a:r>
            <a:r>
              <a:rPr lang="en-IN" dirty="0"/>
              <a:t>.</a:t>
            </a:r>
          </a:p>
          <a:p>
            <a:r>
              <a:rPr lang="en-IN" dirty="0"/>
              <a:t>Coming to the technology stack, the frontend is developed using </a:t>
            </a:r>
            <a:r>
              <a:rPr lang="en-IN" b="1" dirty="0"/>
              <a:t>React JS</a:t>
            </a:r>
            <a:r>
              <a:rPr lang="en-IN" dirty="0"/>
              <a:t>, the backend uses </a:t>
            </a:r>
            <a:r>
              <a:rPr lang="en-IN" b="1" dirty="0"/>
              <a:t>Java and Spring Boot</a:t>
            </a:r>
            <a:r>
              <a:rPr lang="en-IN" dirty="0"/>
              <a:t>, and </a:t>
            </a:r>
            <a:r>
              <a:rPr lang="en-IN" b="1" dirty="0"/>
              <a:t>PostgreSQL</a:t>
            </a:r>
            <a:r>
              <a:rPr lang="en-IN" dirty="0"/>
              <a:t> is used as the database. For AI processing, the project uses the </a:t>
            </a:r>
            <a:r>
              <a:rPr lang="en-IN" b="1" dirty="0"/>
              <a:t>Gemini API</a:t>
            </a:r>
            <a:r>
              <a:rPr lang="en-IN" dirty="0"/>
              <a:t>, along with Whisper for speech transcription</a:t>
            </a:r>
          </a:p>
          <a:p>
            <a:endParaRPr lang="en-IN" dirty="0"/>
          </a:p>
        </p:txBody>
      </p:sp>
      <p:sp>
        <p:nvSpPr>
          <p:cNvPr id="4" name="Slide Number Placeholder 3"/>
          <p:cNvSpPr>
            <a:spLocks noGrp="1"/>
          </p:cNvSpPr>
          <p:nvPr>
            <p:ph type="sldNum" sz="quarter" idx="5"/>
          </p:nvPr>
        </p:nvSpPr>
        <p:spPr/>
        <p:txBody>
          <a:bodyPr/>
          <a:lstStyle/>
          <a:p>
            <a:fld id="{A7466F22-0586-492E-817D-2BF8258A58EE}" type="slidenum">
              <a:rPr lang="en-IN" smtClean="0"/>
              <a:t>4</a:t>
            </a:fld>
            <a:endParaRPr lang="en-IN"/>
          </a:p>
        </p:txBody>
      </p:sp>
    </p:spTree>
    <p:extLst>
      <p:ext uri="{BB962C8B-B14F-4D97-AF65-F5344CB8AC3E}">
        <p14:creationId xmlns:p14="http://schemas.microsoft.com/office/powerpoint/2010/main" val="4160461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Meetings are an important part of organizations, businesses, and even academic institutions.</a:t>
            </a:r>
          </a:p>
          <a:p>
            <a:r>
              <a:rPr lang="en-IN" dirty="0"/>
              <a:t>Important decisions, discussions, and responsibilities are usually communicated during meetings.</a:t>
            </a:r>
          </a:p>
          <a:p>
            <a:r>
              <a:rPr lang="en-IN" dirty="0"/>
              <a:t>But manually documenting this information creates several challenges.</a:t>
            </a:r>
          </a:p>
          <a:p>
            <a:r>
              <a:rPr lang="en-IN" dirty="0"/>
              <a:t>It can be difficult to record every important discussion. Documentation takes time, action items can be forgotten, and meeting records may not be centralized.</a:t>
            </a:r>
          </a:p>
          <a:p>
            <a:r>
              <a:rPr lang="en-IN" dirty="0"/>
              <a:t>Another important problem is </a:t>
            </a:r>
            <a:r>
              <a:rPr lang="en-IN" b="1" dirty="0"/>
              <a:t>task tracking</a:t>
            </a:r>
            <a:r>
              <a:rPr lang="en-IN" dirty="0"/>
              <a:t>.</a:t>
            </a:r>
          </a:p>
          <a:p>
            <a:r>
              <a:rPr lang="en-IN" dirty="0"/>
              <a:t>Even if we identify a task, we need to know </a:t>
            </a:r>
            <a:r>
              <a:rPr lang="en-IN" b="1" dirty="0"/>
              <a:t>who is responsible, what the deadline is, and whether the task is completed or still in progress</a:t>
            </a:r>
            <a:r>
              <a:rPr lang="en-IN" dirty="0"/>
              <a:t>.</a:t>
            </a:r>
          </a:p>
          <a:p>
            <a:r>
              <a:rPr lang="en-IN" dirty="0"/>
              <a:t>Meet Minutes addresses these problems by combining </a:t>
            </a:r>
            <a:r>
              <a:rPr lang="en-IN" b="1" dirty="0"/>
              <a:t>meeting documentation, speech transcription, AI processing, and task management</a:t>
            </a:r>
            <a:r>
              <a:rPr lang="en-IN" dirty="0"/>
              <a:t> into a single web application.</a:t>
            </a:r>
          </a:p>
          <a:p>
            <a:endParaRPr lang="en-IN" dirty="0"/>
          </a:p>
        </p:txBody>
      </p:sp>
      <p:sp>
        <p:nvSpPr>
          <p:cNvPr id="4" name="Slide Number Placeholder 3"/>
          <p:cNvSpPr>
            <a:spLocks noGrp="1"/>
          </p:cNvSpPr>
          <p:nvPr>
            <p:ph type="sldNum" sz="quarter" idx="5"/>
          </p:nvPr>
        </p:nvSpPr>
        <p:spPr/>
        <p:txBody>
          <a:bodyPr/>
          <a:lstStyle/>
          <a:p>
            <a:fld id="{C0019734-ACBB-4DB6-887E-05321978DDA1}" type="slidenum">
              <a:rPr lang="en-IN" smtClean="0"/>
              <a:t>5</a:t>
            </a:fld>
            <a:endParaRPr lang="en-IN"/>
          </a:p>
        </p:txBody>
      </p:sp>
    </p:spTree>
    <p:extLst>
      <p:ext uri="{BB962C8B-B14F-4D97-AF65-F5344CB8AC3E}">
        <p14:creationId xmlns:p14="http://schemas.microsoft.com/office/powerpoint/2010/main" val="2303746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Now let's look at the </a:t>
            </a:r>
            <a:r>
              <a:rPr lang="en-IN" b="1" dirty="0"/>
              <a:t>existing system</a:t>
            </a:r>
            <a:r>
              <a:rPr lang="en-IN" dirty="0"/>
              <a:t>.</a:t>
            </a:r>
          </a:p>
          <a:p>
            <a:r>
              <a:rPr lang="en-IN" dirty="0"/>
              <a:t>In the existing approach, meeting information is generally maintained using manual notes, text documents, or different communication and task-management applications.</a:t>
            </a:r>
          </a:p>
          <a:p>
            <a:r>
              <a:rPr lang="en-IN" dirty="0"/>
              <a:t>For example, one person may take notes in a document, another person may communicate tasks through a messaging application, and deadlines may be tracked somewhere else.</a:t>
            </a:r>
          </a:p>
          <a:p>
            <a:r>
              <a:rPr lang="en-IN" dirty="0"/>
              <a:t>This creates a problem because the information becomes </a:t>
            </a:r>
            <a:r>
              <a:rPr lang="en-IN" b="1" dirty="0"/>
              <a:t>distributed across multiple places</a:t>
            </a:r>
            <a:r>
              <a:rPr lang="en-IN" dirty="0"/>
              <a:t>.</a:t>
            </a:r>
          </a:p>
          <a:p>
            <a:r>
              <a:rPr lang="en-IN" dirty="0"/>
              <a:t>The existing approach also requires considerable manual effort.</a:t>
            </a:r>
          </a:p>
          <a:p>
            <a:r>
              <a:rPr lang="en-IN" dirty="0"/>
              <a:t>Meeting notes may be incomplete, action-item extraction has to be done manually, and task ownership may not be properly tracked.</a:t>
            </a:r>
          </a:p>
          <a:p>
            <a:r>
              <a:rPr lang="en-IN" dirty="0"/>
              <a:t>Also, audio recordings are generally not automatically converted into structured meeting minutes.</a:t>
            </a:r>
          </a:p>
          <a:p>
            <a:r>
              <a:rPr lang="en-IN" dirty="0"/>
              <a:t>These limitations created the motivation for developing our proposed system.</a:t>
            </a:r>
          </a:p>
          <a:p>
            <a:endParaRPr lang="en-IN" dirty="0"/>
          </a:p>
        </p:txBody>
      </p:sp>
      <p:sp>
        <p:nvSpPr>
          <p:cNvPr id="4" name="Slide Number Placeholder 3"/>
          <p:cNvSpPr>
            <a:spLocks noGrp="1"/>
          </p:cNvSpPr>
          <p:nvPr>
            <p:ph type="sldNum" sz="quarter" idx="5"/>
          </p:nvPr>
        </p:nvSpPr>
        <p:spPr/>
        <p:txBody>
          <a:bodyPr/>
          <a:lstStyle/>
          <a:p>
            <a:fld id="{C0019734-ACBB-4DB6-887E-05321978DDA1}" type="slidenum">
              <a:rPr lang="en-IN" smtClean="0"/>
              <a:t>6</a:t>
            </a:fld>
            <a:endParaRPr lang="en-IN"/>
          </a:p>
        </p:txBody>
      </p:sp>
    </p:spTree>
    <p:extLst>
      <p:ext uri="{BB962C8B-B14F-4D97-AF65-F5344CB8AC3E}">
        <p14:creationId xmlns:p14="http://schemas.microsoft.com/office/powerpoint/2010/main" val="3801759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To overcome these limitations, we proposed the </a:t>
            </a:r>
            <a:r>
              <a:rPr lang="en-IN" b="1" dirty="0"/>
              <a:t>Meet Minutes system</a:t>
            </a:r>
            <a:r>
              <a:rPr lang="en-IN" dirty="0"/>
              <a:t>.</a:t>
            </a:r>
          </a:p>
          <a:p>
            <a:r>
              <a:rPr lang="en-IN" dirty="0"/>
              <a:t>It provides a centralized platform for managing </a:t>
            </a:r>
            <a:r>
              <a:rPr lang="en-IN" b="1" dirty="0"/>
              <a:t>meetings, participants, transcripts, minutes, and tasks</a:t>
            </a:r>
            <a:r>
              <a:rPr lang="en-IN" dirty="0"/>
              <a:t>.</a:t>
            </a:r>
          </a:p>
          <a:p>
            <a:r>
              <a:rPr lang="en-IN" dirty="0"/>
              <a:t>The system starts with </a:t>
            </a:r>
            <a:r>
              <a:rPr lang="en-IN" b="1" dirty="0"/>
              <a:t>user registration and login</a:t>
            </a:r>
            <a:r>
              <a:rPr lang="en-IN" dirty="0"/>
              <a:t>. We use JWT-based authentication to secure the application.</a:t>
            </a:r>
          </a:p>
          <a:p>
            <a:r>
              <a:rPr lang="en-IN" dirty="0"/>
              <a:t>Users can create meetings and invite participants.</a:t>
            </a:r>
          </a:p>
          <a:p>
            <a:r>
              <a:rPr lang="en-IN" dirty="0"/>
              <a:t>The meeting audio can be processed using </a:t>
            </a:r>
            <a:r>
              <a:rPr lang="en-IN" b="1" dirty="0"/>
              <a:t>Whisper</a:t>
            </a:r>
            <a:r>
              <a:rPr lang="en-IN" dirty="0"/>
              <a:t>, which converts speech into text.</a:t>
            </a:r>
          </a:p>
          <a:p>
            <a:r>
              <a:rPr lang="en-IN" dirty="0"/>
              <a:t>The transcript is then sent for AI analysis. The AI identifies the important information from the transcript, such as the </a:t>
            </a:r>
            <a:r>
              <a:rPr lang="en-IN" b="1" dirty="0"/>
              <a:t>summary, discussions, decisions, action items, participants, and deadlines</a:t>
            </a:r>
            <a:r>
              <a:rPr lang="en-IN" dirty="0"/>
              <a:t>.</a:t>
            </a:r>
          </a:p>
          <a:p>
            <a:r>
              <a:rPr lang="en-IN" dirty="0"/>
              <a:t>Finally, the extracted action items can be converted into tasks.</a:t>
            </a:r>
          </a:p>
          <a:p>
            <a:r>
              <a:rPr lang="en-IN" dirty="0"/>
              <a:t>Users can track these tasks through different stages.</a:t>
            </a:r>
          </a:p>
          <a:p>
            <a:r>
              <a:rPr lang="en-IN" dirty="0"/>
              <a:t>So, instead of using separate applications for meeting notes and task tracking, our proposed system brings these functionalities together in one platform.</a:t>
            </a:r>
          </a:p>
          <a:p>
            <a:endParaRPr lang="en-IN" dirty="0"/>
          </a:p>
        </p:txBody>
      </p:sp>
      <p:sp>
        <p:nvSpPr>
          <p:cNvPr id="4" name="Slide Number Placeholder 3"/>
          <p:cNvSpPr>
            <a:spLocks noGrp="1"/>
          </p:cNvSpPr>
          <p:nvPr>
            <p:ph type="sldNum" sz="quarter" idx="5"/>
          </p:nvPr>
        </p:nvSpPr>
        <p:spPr/>
        <p:txBody>
          <a:bodyPr/>
          <a:lstStyle/>
          <a:p>
            <a:fld id="{C0019734-ACBB-4DB6-887E-05321978DDA1}" type="slidenum">
              <a:rPr lang="en-IN" smtClean="0"/>
              <a:t>7</a:t>
            </a:fld>
            <a:endParaRPr lang="en-IN"/>
          </a:p>
        </p:txBody>
      </p:sp>
    </p:spTree>
    <p:extLst>
      <p:ext uri="{BB962C8B-B14F-4D97-AF65-F5344CB8AC3E}">
        <p14:creationId xmlns:p14="http://schemas.microsoft.com/office/powerpoint/2010/main" val="11923403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Now coming to the </a:t>
            </a:r>
            <a:r>
              <a:rPr lang="en-IN" b="1" dirty="0"/>
              <a:t>system requirements</a:t>
            </a:r>
            <a:r>
              <a:rPr lang="en-IN" dirty="0"/>
              <a:t>.</a:t>
            </a:r>
          </a:p>
          <a:p>
            <a:r>
              <a:rPr lang="en-IN" dirty="0"/>
              <a:t>Our application has several functional requirements.</a:t>
            </a:r>
          </a:p>
          <a:p>
            <a:r>
              <a:rPr lang="en-IN" dirty="0"/>
              <a:t>The first is </a:t>
            </a:r>
            <a:r>
              <a:rPr lang="en-IN" b="1" dirty="0"/>
              <a:t>user authentication</a:t>
            </a:r>
            <a:r>
              <a:rPr lang="en-IN" dirty="0"/>
              <a:t>, where users can securely register and log in.</a:t>
            </a:r>
          </a:p>
          <a:p>
            <a:r>
              <a:rPr lang="en-IN" dirty="0"/>
              <a:t>The second is </a:t>
            </a:r>
            <a:r>
              <a:rPr lang="en-IN" b="1" dirty="0"/>
              <a:t>meeting management</a:t>
            </a:r>
            <a:r>
              <a:rPr lang="en-IN" dirty="0"/>
              <a:t>, which allows users to create, view, update, and manage meetings.</a:t>
            </a:r>
          </a:p>
          <a:p>
            <a:r>
              <a:rPr lang="en-IN" dirty="0"/>
              <a:t>Another requirement is </a:t>
            </a:r>
            <a:r>
              <a:rPr lang="en-IN" b="1" dirty="0"/>
              <a:t>speech-to-text</a:t>
            </a:r>
            <a:r>
              <a:rPr lang="en-IN" dirty="0"/>
              <a:t>, which converts meeting audio into text using Whisper.</a:t>
            </a:r>
          </a:p>
          <a:p>
            <a:r>
              <a:rPr lang="en-IN" dirty="0"/>
              <a:t>We also have </a:t>
            </a:r>
            <a:r>
              <a:rPr lang="en-IN" b="1" dirty="0"/>
              <a:t>AI-based summarization</a:t>
            </a:r>
            <a:r>
              <a:rPr lang="en-IN" dirty="0"/>
              <a:t>, which generates a concise summary and identifies important discussion points.</a:t>
            </a:r>
          </a:p>
          <a:p>
            <a:r>
              <a:rPr lang="en-IN" dirty="0"/>
              <a:t>Another major requirement is </a:t>
            </a:r>
            <a:r>
              <a:rPr lang="en-IN" b="1" dirty="0"/>
              <a:t>task management</a:t>
            </a:r>
            <a:r>
              <a:rPr lang="en-IN" dirty="0"/>
              <a:t>, where extracted tasks can be assigned and tracked.</a:t>
            </a:r>
          </a:p>
          <a:p>
            <a:r>
              <a:rPr lang="en-IN" dirty="0"/>
              <a:t>Finally, we have </a:t>
            </a:r>
            <a:r>
              <a:rPr lang="en-IN" b="1" dirty="0"/>
              <a:t>participant management and meeting records</a:t>
            </a:r>
            <a:r>
              <a:rPr lang="en-IN" dirty="0"/>
              <a:t>, so that information related to meetings can be stored and retrieved.</a:t>
            </a:r>
          </a:p>
          <a:p>
            <a:r>
              <a:rPr lang="en-IN" dirty="0"/>
              <a:t>Apart from functional requirements, we also consider non-functional aspects such as </a:t>
            </a:r>
            <a:r>
              <a:rPr lang="en-IN" b="1" dirty="0"/>
              <a:t>performance, security, reliability, scalability, usability, maintainability, availability, and data privacy</a:t>
            </a:r>
            <a:r>
              <a:rPr lang="en-IN" dirty="0"/>
              <a:t>.</a:t>
            </a:r>
          </a:p>
          <a:p>
            <a:endParaRPr lang="en-IN" dirty="0"/>
          </a:p>
        </p:txBody>
      </p:sp>
      <p:sp>
        <p:nvSpPr>
          <p:cNvPr id="4" name="Slide Number Placeholder 3"/>
          <p:cNvSpPr>
            <a:spLocks noGrp="1"/>
          </p:cNvSpPr>
          <p:nvPr>
            <p:ph type="sldNum" sz="quarter" idx="5"/>
          </p:nvPr>
        </p:nvSpPr>
        <p:spPr/>
        <p:txBody>
          <a:bodyPr/>
          <a:lstStyle/>
          <a:p>
            <a:fld id="{C0019734-ACBB-4DB6-887E-05321978DDA1}" type="slidenum">
              <a:rPr lang="en-IN" smtClean="0"/>
              <a:t>8</a:t>
            </a:fld>
            <a:endParaRPr lang="en-IN"/>
          </a:p>
        </p:txBody>
      </p:sp>
    </p:spTree>
    <p:extLst>
      <p:ext uri="{BB962C8B-B14F-4D97-AF65-F5344CB8AC3E}">
        <p14:creationId xmlns:p14="http://schemas.microsoft.com/office/powerpoint/2010/main" val="14369968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Now I will explain the </a:t>
            </a:r>
            <a:r>
              <a:rPr lang="en-IN" b="1" dirty="0"/>
              <a:t>system architecture</a:t>
            </a:r>
            <a:r>
              <a:rPr lang="en-IN" dirty="0"/>
              <a:t>, which is one of the important parts of our project.</a:t>
            </a:r>
          </a:p>
          <a:p>
            <a:r>
              <a:rPr lang="en-IN" dirty="0"/>
              <a:t>Our architecture can be divided into </a:t>
            </a:r>
            <a:r>
              <a:rPr lang="en-IN" b="1" dirty="0"/>
              <a:t>three major layers</a:t>
            </a:r>
            <a:r>
              <a:rPr lang="en-IN" dirty="0"/>
              <a:t>: the presentation layer, application layer, and data layer.</a:t>
            </a:r>
          </a:p>
          <a:p>
            <a:r>
              <a:rPr lang="en-IN" dirty="0"/>
              <a:t>First, we have the </a:t>
            </a:r>
            <a:r>
              <a:rPr lang="en-IN" b="1" dirty="0"/>
              <a:t>presentation layer</a:t>
            </a:r>
            <a:r>
              <a:rPr lang="en-IN" dirty="0"/>
              <a:t>, which is our React JS frontend.</a:t>
            </a:r>
          </a:p>
          <a:p>
            <a:r>
              <a:rPr lang="en-IN" dirty="0"/>
              <a:t>This layer provides the user interface. Users can register or log in, create meetings, manage participants, and view minutes and tasks.</a:t>
            </a:r>
          </a:p>
          <a:p>
            <a:r>
              <a:rPr lang="en-IN" dirty="0"/>
              <a:t>Next is the </a:t>
            </a:r>
            <a:r>
              <a:rPr lang="en-IN" b="1" dirty="0"/>
              <a:t>application layer</a:t>
            </a:r>
            <a:r>
              <a:rPr lang="en-IN" dirty="0"/>
              <a:t>, which is our Java Spring Boot backend.</a:t>
            </a:r>
          </a:p>
          <a:p>
            <a:r>
              <a:rPr lang="en-IN" dirty="0"/>
              <a:t>The frontend communicates with the backend through </a:t>
            </a:r>
            <a:r>
              <a:rPr lang="en-IN" b="1" dirty="0"/>
              <a:t>REST APIs</a:t>
            </a:r>
            <a:r>
              <a:rPr lang="en-IN" dirty="0"/>
              <a:t>.</a:t>
            </a:r>
          </a:p>
          <a:p>
            <a:r>
              <a:rPr lang="en-IN" dirty="0"/>
              <a:t>The backend contains different services such as the authentication service, meeting service, participant management, AI analysis service, Whisper service, and task service.</a:t>
            </a:r>
          </a:p>
          <a:p>
            <a:r>
              <a:rPr lang="en-IN" dirty="0"/>
              <a:t>For authentication, we use </a:t>
            </a:r>
            <a:r>
              <a:rPr lang="en-IN" b="1" dirty="0"/>
              <a:t>JWT</a:t>
            </a:r>
            <a:r>
              <a:rPr lang="en-IN" dirty="0"/>
              <a:t>. The backend generates and validates the token so that protected resources can only be accessed by authenticated users.</a:t>
            </a:r>
          </a:p>
          <a:p>
            <a:r>
              <a:rPr lang="en-IN" dirty="0"/>
              <a:t>For AI processing, the backend sends the transcript to the </a:t>
            </a:r>
            <a:r>
              <a:rPr lang="en-IN" b="1" dirty="0"/>
              <a:t>Gemini API</a:t>
            </a:r>
            <a:r>
              <a:rPr lang="en-IN" dirty="0"/>
              <a:t>, receives the response, parses the structured information, and validates it.</a:t>
            </a:r>
          </a:p>
          <a:p>
            <a:r>
              <a:rPr lang="en-IN" dirty="0"/>
              <a:t>For audio processing, the Whisper service converts the meeting audio into a transcript.</a:t>
            </a:r>
          </a:p>
          <a:p>
            <a:r>
              <a:rPr lang="en-IN" dirty="0"/>
              <a:t>Finally, we have the </a:t>
            </a:r>
            <a:r>
              <a:rPr lang="en-IN" b="1" dirty="0"/>
              <a:t>data layer</a:t>
            </a:r>
            <a:r>
              <a:rPr lang="en-IN" dirty="0"/>
              <a:t>, where PostgreSQL stores users, meetings, participants, meeting minutes, decisions, and action items.</a:t>
            </a:r>
          </a:p>
          <a:p>
            <a:r>
              <a:rPr lang="en-IN" dirty="0"/>
              <a:t>So the overall flow is:</a:t>
            </a:r>
          </a:p>
          <a:p>
            <a:r>
              <a:rPr lang="en-IN" b="1" dirty="0"/>
              <a:t>React frontend → Spring Boot REST API → services → PostgreSQL and external AI services</a:t>
            </a:r>
            <a:endParaRPr lang="en-IN" dirty="0"/>
          </a:p>
          <a:p>
            <a:endParaRPr lang="en-IN" dirty="0"/>
          </a:p>
        </p:txBody>
      </p:sp>
      <p:sp>
        <p:nvSpPr>
          <p:cNvPr id="4" name="Slide Number Placeholder 3"/>
          <p:cNvSpPr>
            <a:spLocks noGrp="1"/>
          </p:cNvSpPr>
          <p:nvPr>
            <p:ph type="sldNum" sz="quarter" idx="5"/>
          </p:nvPr>
        </p:nvSpPr>
        <p:spPr/>
        <p:txBody>
          <a:bodyPr/>
          <a:lstStyle/>
          <a:p>
            <a:fld id="{C0019734-ACBB-4DB6-887E-05321978DDA1}" type="slidenum">
              <a:rPr lang="en-IN" smtClean="0"/>
              <a:t>9</a:t>
            </a:fld>
            <a:endParaRPr lang="en-IN"/>
          </a:p>
        </p:txBody>
      </p:sp>
    </p:spTree>
    <p:extLst>
      <p:ext uri="{BB962C8B-B14F-4D97-AF65-F5344CB8AC3E}">
        <p14:creationId xmlns:p14="http://schemas.microsoft.com/office/powerpoint/2010/main" val="3762568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represents the </a:t>
            </a:r>
            <a:r>
              <a:rPr lang="en-IN" b="1" dirty="0"/>
              <a:t>Data Flow Diagram</a:t>
            </a:r>
            <a:r>
              <a:rPr lang="en-IN" dirty="0"/>
              <a:t>, or DFD.</a:t>
            </a:r>
          </a:p>
          <a:p>
            <a:r>
              <a:rPr lang="en-IN" dirty="0"/>
              <a:t>First, the user accesses the application and goes to the login or registration page.</a:t>
            </a:r>
          </a:p>
          <a:p>
            <a:r>
              <a:rPr lang="en-IN" dirty="0"/>
              <a:t>After authentication, the user reaches the dashboard.</a:t>
            </a:r>
          </a:p>
          <a:p>
            <a:r>
              <a:rPr lang="en-IN" dirty="0"/>
              <a:t>From the dashboard, the user can create or manage a meeting and invite participants.</a:t>
            </a:r>
          </a:p>
          <a:p>
            <a:r>
              <a:rPr lang="en-IN" dirty="0"/>
              <a:t>The user can then upload the meeting audio.</a:t>
            </a:r>
          </a:p>
          <a:p>
            <a:r>
              <a:rPr lang="en-IN" dirty="0"/>
              <a:t>The audio is sent to the </a:t>
            </a:r>
            <a:r>
              <a:rPr lang="en-IN" b="1" dirty="0"/>
              <a:t>Whisper service</a:t>
            </a:r>
            <a:r>
              <a:rPr lang="en-IN" dirty="0"/>
              <a:t>, which converts it into a transcript.</a:t>
            </a:r>
          </a:p>
          <a:p>
            <a:r>
              <a:rPr lang="en-IN" dirty="0"/>
              <a:t>Once the transcript is ready, it is sent to the </a:t>
            </a:r>
            <a:r>
              <a:rPr lang="en-IN" b="1" dirty="0"/>
              <a:t>Gemini API</a:t>
            </a:r>
            <a:r>
              <a:rPr lang="en-IN" dirty="0"/>
              <a:t> for analysis.</a:t>
            </a:r>
          </a:p>
          <a:p>
            <a:r>
              <a:rPr lang="en-IN" dirty="0"/>
              <a:t>Gemini processes the transcript and generates structured information such as:</a:t>
            </a:r>
          </a:p>
          <a:p>
            <a:r>
              <a:rPr lang="en-IN" b="1" dirty="0"/>
              <a:t>summary, discussion points, decisions, action items, participants, and deadlines.</a:t>
            </a:r>
            <a:endParaRPr lang="en-IN" dirty="0"/>
          </a:p>
          <a:p>
            <a:r>
              <a:rPr lang="en-IN" dirty="0"/>
              <a:t>The backend parses and validates the AI response and stores the structured information in PostgreSQL.</a:t>
            </a:r>
          </a:p>
          <a:p>
            <a:r>
              <a:rPr lang="en-IN" dirty="0"/>
              <a:t>Finally, the user can view the generated meeting minutes and manage the extracted tasks.</a:t>
            </a:r>
          </a:p>
          <a:p>
            <a:r>
              <a:rPr lang="en-IN" dirty="0"/>
              <a:t>If required, the user can also edit the generated information.</a:t>
            </a:r>
          </a:p>
          <a:p>
            <a:r>
              <a:rPr lang="en-IN" dirty="0"/>
              <a:t>So the DFD basically explains how information moves from the </a:t>
            </a:r>
            <a:r>
              <a:rPr lang="en-IN" b="1" dirty="0"/>
              <a:t>user → application → AI services → database → back to the user</a:t>
            </a:r>
            <a:endParaRPr lang="en-IN" dirty="0"/>
          </a:p>
          <a:p>
            <a:endParaRPr lang="en-IN" dirty="0"/>
          </a:p>
        </p:txBody>
      </p:sp>
      <p:sp>
        <p:nvSpPr>
          <p:cNvPr id="4" name="Slide Number Placeholder 3"/>
          <p:cNvSpPr>
            <a:spLocks noGrp="1"/>
          </p:cNvSpPr>
          <p:nvPr>
            <p:ph type="sldNum" sz="quarter" idx="5"/>
          </p:nvPr>
        </p:nvSpPr>
        <p:spPr/>
        <p:txBody>
          <a:bodyPr/>
          <a:lstStyle/>
          <a:p>
            <a:fld id="{C0019734-ACBB-4DB6-887E-05321978DDA1}" type="slidenum">
              <a:rPr lang="en-IN" smtClean="0"/>
              <a:t>10</a:t>
            </a:fld>
            <a:endParaRPr lang="en-IN"/>
          </a:p>
        </p:txBody>
      </p:sp>
    </p:spTree>
    <p:extLst>
      <p:ext uri="{BB962C8B-B14F-4D97-AF65-F5344CB8AC3E}">
        <p14:creationId xmlns:p14="http://schemas.microsoft.com/office/powerpoint/2010/main" val="23054224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This slide represents the </a:t>
            </a:r>
            <a:r>
              <a:rPr lang="en-IN" b="1" dirty="0"/>
              <a:t>database design</a:t>
            </a:r>
            <a:r>
              <a:rPr lang="en-IN" dirty="0"/>
              <a:t> of our application.</a:t>
            </a:r>
          </a:p>
          <a:p>
            <a:r>
              <a:rPr lang="en-IN" dirty="0"/>
              <a:t>PostgreSQL is used as our relational database.</a:t>
            </a:r>
          </a:p>
          <a:p>
            <a:r>
              <a:rPr lang="en-IN" dirty="0"/>
              <a:t>We maintain different entities for different types of information.</a:t>
            </a:r>
          </a:p>
          <a:p>
            <a:r>
              <a:rPr lang="en-IN" dirty="0"/>
              <a:t>For example, we have a </a:t>
            </a:r>
            <a:r>
              <a:rPr lang="en-IN" b="1" dirty="0"/>
              <a:t>Users</a:t>
            </a:r>
            <a:r>
              <a:rPr lang="en-IN" dirty="0"/>
              <a:t> entity to store user information.</a:t>
            </a:r>
          </a:p>
          <a:p>
            <a:r>
              <a:rPr lang="en-IN" dirty="0"/>
              <a:t>Meetings are stored separately, and participants are associated with meetings.</a:t>
            </a:r>
          </a:p>
          <a:p>
            <a:r>
              <a:rPr lang="en-IN" dirty="0"/>
              <a:t>We also maintain information related to </a:t>
            </a:r>
            <a:r>
              <a:rPr lang="en-IN" b="1" dirty="0"/>
              <a:t>meeting minutes, decisions, and action items</a:t>
            </a:r>
            <a:r>
              <a:rPr lang="en-IN" dirty="0"/>
              <a:t>.</a:t>
            </a:r>
          </a:p>
          <a:p>
            <a:r>
              <a:rPr lang="en-IN" dirty="0"/>
              <a:t>The purpose of separating these entities is to maintain structured data and relationships between different parts of the system.</a:t>
            </a:r>
          </a:p>
          <a:p>
            <a:r>
              <a:rPr lang="en-IN" dirty="0"/>
              <a:t>For example, one meeting can have multiple participants and multiple action items.</a:t>
            </a:r>
          </a:p>
          <a:p>
            <a:r>
              <a:rPr lang="en-IN" dirty="0"/>
              <a:t>This database structure helps us retrieve and manage meeting information efficiently.</a:t>
            </a:r>
          </a:p>
          <a:p>
            <a:endParaRPr lang="en-IN" dirty="0"/>
          </a:p>
        </p:txBody>
      </p:sp>
      <p:sp>
        <p:nvSpPr>
          <p:cNvPr id="4" name="Slide Number Placeholder 3"/>
          <p:cNvSpPr>
            <a:spLocks noGrp="1"/>
          </p:cNvSpPr>
          <p:nvPr>
            <p:ph type="sldNum" sz="quarter" idx="5"/>
          </p:nvPr>
        </p:nvSpPr>
        <p:spPr/>
        <p:txBody>
          <a:bodyPr/>
          <a:lstStyle/>
          <a:p>
            <a:fld id="{C0019734-ACBB-4DB6-887E-05321978DDA1}" type="slidenum">
              <a:rPr lang="en-IN" smtClean="0"/>
              <a:t>11</a:t>
            </a:fld>
            <a:endParaRPr lang="en-IN"/>
          </a:p>
        </p:txBody>
      </p:sp>
    </p:spTree>
    <p:extLst>
      <p:ext uri="{BB962C8B-B14F-4D97-AF65-F5344CB8AC3E}">
        <p14:creationId xmlns:p14="http://schemas.microsoft.com/office/powerpoint/2010/main" val="1209977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EE8CB-AAED-EE02-2F51-7BDDA8F007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164462-ADED-E279-11F8-F34DFFE25A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B07612-5AFE-5CD0-5704-B64D6BB435EC}"/>
              </a:ext>
            </a:extLst>
          </p:cNvPr>
          <p:cNvSpPr>
            <a:spLocks noGrp="1"/>
          </p:cNvSpPr>
          <p:nvPr>
            <p:ph type="body" idx="1"/>
          </p:nvPr>
        </p:nvSpPr>
        <p:spPr/>
        <p:txBody>
          <a:bodyPr/>
          <a:lstStyle/>
          <a:p>
            <a:r>
              <a:rPr lang="en-IN" b="1" dirty="0"/>
              <a:t>To conclude</a:t>
            </a:r>
            <a:r>
              <a:rPr lang="en-IN" dirty="0"/>
              <a:t>, Meet Minutes is an AI-powered web application designed to simplify the process of meeting documentation and task management.</a:t>
            </a:r>
          </a:p>
          <a:p>
            <a:r>
              <a:rPr lang="en-IN" dirty="0"/>
              <a:t>The main idea is to reduce the amount of manual effort required after a meeting.</a:t>
            </a:r>
          </a:p>
          <a:p>
            <a:r>
              <a:rPr lang="en-IN" dirty="0"/>
              <a:t>Thank you for listening to my presentation.</a:t>
            </a:r>
          </a:p>
        </p:txBody>
      </p:sp>
      <p:sp>
        <p:nvSpPr>
          <p:cNvPr id="4" name="Slide Number Placeholder 3">
            <a:extLst>
              <a:ext uri="{FF2B5EF4-FFF2-40B4-BE49-F238E27FC236}">
                <a16:creationId xmlns:a16="http://schemas.microsoft.com/office/drawing/2014/main" id="{10520BAE-EA65-975E-1D4F-C5BDDF4EFFFA}"/>
              </a:ext>
            </a:extLst>
          </p:cNvPr>
          <p:cNvSpPr>
            <a:spLocks noGrp="1"/>
          </p:cNvSpPr>
          <p:nvPr>
            <p:ph type="sldNum" sz="quarter" idx="5"/>
          </p:nvPr>
        </p:nvSpPr>
        <p:spPr/>
        <p:txBody>
          <a:bodyPr/>
          <a:lstStyle/>
          <a:p>
            <a:fld id="{C0019734-ACBB-4DB6-887E-05321978DDA1}" type="slidenum">
              <a:rPr lang="en-IN" smtClean="0"/>
              <a:t>12</a:t>
            </a:fld>
            <a:endParaRPr lang="en-IN"/>
          </a:p>
        </p:txBody>
      </p:sp>
    </p:spTree>
    <p:extLst>
      <p:ext uri="{BB962C8B-B14F-4D97-AF65-F5344CB8AC3E}">
        <p14:creationId xmlns:p14="http://schemas.microsoft.com/office/powerpoint/2010/main" val="1978128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0019734-ACBB-4DB6-887E-05321978DDA1}" type="slidenum">
              <a:rPr lang="en-IN" smtClean="0"/>
              <a:t>13</a:t>
            </a:fld>
            <a:endParaRPr lang="en-IN"/>
          </a:p>
        </p:txBody>
      </p:sp>
    </p:spTree>
    <p:extLst>
      <p:ext uri="{BB962C8B-B14F-4D97-AF65-F5344CB8AC3E}">
        <p14:creationId xmlns:p14="http://schemas.microsoft.com/office/powerpoint/2010/main" val="1618491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79B0D-32A1-98F6-8A30-8B02DDC4F3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F890BF5-7D8B-AAC5-8158-FFDEC489B2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5E8EDFC-D77F-DA0F-13A9-B23C15CFBD90}"/>
              </a:ext>
            </a:extLst>
          </p:cNvPr>
          <p:cNvSpPr>
            <a:spLocks noGrp="1"/>
          </p:cNvSpPr>
          <p:nvPr>
            <p:ph type="dt" sz="half" idx="10"/>
          </p:nvPr>
        </p:nvSpPr>
        <p:spPr/>
        <p:txBody>
          <a:bodyPr/>
          <a:lstStyle/>
          <a:p>
            <a:fld id="{71FBAE8B-906D-4535-A7F0-822EADA6E6DA}" type="datetimeFigureOut">
              <a:rPr lang="en-IN" smtClean="0"/>
              <a:t>29-09-2026</a:t>
            </a:fld>
            <a:endParaRPr lang="en-IN"/>
          </a:p>
        </p:txBody>
      </p:sp>
      <p:sp>
        <p:nvSpPr>
          <p:cNvPr id="5" name="Footer Placeholder 4">
            <a:extLst>
              <a:ext uri="{FF2B5EF4-FFF2-40B4-BE49-F238E27FC236}">
                <a16:creationId xmlns:a16="http://schemas.microsoft.com/office/drawing/2014/main" id="{77DBB5AF-3B8A-813B-5C03-23E7FB784D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C4CC67-7414-BD1C-80A9-5E8731CEFBAE}"/>
              </a:ext>
            </a:extLst>
          </p:cNvPr>
          <p:cNvSpPr>
            <a:spLocks noGrp="1"/>
          </p:cNvSpPr>
          <p:nvPr>
            <p:ph type="sldNum" sz="quarter" idx="12"/>
          </p:nvPr>
        </p:nvSpPr>
        <p:spPr/>
        <p:txBody>
          <a:bodyPr/>
          <a:lstStyle/>
          <a:p>
            <a:fld id="{C01707CD-73DF-4DCA-AAFE-EBF357CB9575}" type="slidenum">
              <a:rPr lang="en-IN" smtClean="0"/>
              <a:t>‹#›</a:t>
            </a:fld>
            <a:endParaRPr lang="en-IN"/>
          </a:p>
        </p:txBody>
      </p:sp>
    </p:spTree>
    <p:extLst>
      <p:ext uri="{BB962C8B-B14F-4D97-AF65-F5344CB8AC3E}">
        <p14:creationId xmlns:p14="http://schemas.microsoft.com/office/powerpoint/2010/main" val="1296959059"/>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0FCC7-5F26-D77D-71D1-69BDC0BBCD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CCCED8-5F67-E934-B702-4660637A9CD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08EA4F-C42C-BF1F-6938-38416B677469}"/>
              </a:ext>
            </a:extLst>
          </p:cNvPr>
          <p:cNvSpPr>
            <a:spLocks noGrp="1"/>
          </p:cNvSpPr>
          <p:nvPr>
            <p:ph type="dt" sz="half" idx="10"/>
          </p:nvPr>
        </p:nvSpPr>
        <p:spPr/>
        <p:txBody>
          <a:bodyPr/>
          <a:lstStyle/>
          <a:p>
            <a:fld id="{71FBAE8B-906D-4535-A7F0-822EADA6E6DA}" type="datetimeFigureOut">
              <a:rPr lang="en-IN" smtClean="0"/>
              <a:t>29-09-2026</a:t>
            </a:fld>
            <a:endParaRPr lang="en-IN"/>
          </a:p>
        </p:txBody>
      </p:sp>
      <p:sp>
        <p:nvSpPr>
          <p:cNvPr id="5" name="Footer Placeholder 4">
            <a:extLst>
              <a:ext uri="{FF2B5EF4-FFF2-40B4-BE49-F238E27FC236}">
                <a16:creationId xmlns:a16="http://schemas.microsoft.com/office/drawing/2014/main" id="{4D1B6704-7909-1505-1E11-7BF3AF455B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BF0494-D78C-D7F0-2673-D10C5C1750B1}"/>
              </a:ext>
            </a:extLst>
          </p:cNvPr>
          <p:cNvSpPr>
            <a:spLocks noGrp="1"/>
          </p:cNvSpPr>
          <p:nvPr>
            <p:ph type="sldNum" sz="quarter" idx="12"/>
          </p:nvPr>
        </p:nvSpPr>
        <p:spPr/>
        <p:txBody>
          <a:bodyPr/>
          <a:lstStyle/>
          <a:p>
            <a:fld id="{C01707CD-73DF-4DCA-AAFE-EBF357CB9575}" type="slidenum">
              <a:rPr lang="en-IN" smtClean="0"/>
              <a:t>‹#›</a:t>
            </a:fld>
            <a:endParaRPr lang="en-IN"/>
          </a:p>
        </p:txBody>
      </p:sp>
    </p:spTree>
    <p:extLst>
      <p:ext uri="{BB962C8B-B14F-4D97-AF65-F5344CB8AC3E}">
        <p14:creationId xmlns:p14="http://schemas.microsoft.com/office/powerpoint/2010/main" val="508419492"/>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4335-4F87-4B1A-44CB-36257C08F9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3C704E7-E448-A68C-797A-E92C455395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2E12DE-20CC-8393-56A3-5FB9A9CD87C3}"/>
              </a:ext>
            </a:extLst>
          </p:cNvPr>
          <p:cNvSpPr>
            <a:spLocks noGrp="1"/>
          </p:cNvSpPr>
          <p:nvPr>
            <p:ph type="dt" sz="half" idx="10"/>
          </p:nvPr>
        </p:nvSpPr>
        <p:spPr/>
        <p:txBody>
          <a:bodyPr/>
          <a:lstStyle/>
          <a:p>
            <a:fld id="{71FBAE8B-906D-4535-A7F0-822EADA6E6DA}" type="datetimeFigureOut">
              <a:rPr lang="en-IN" smtClean="0"/>
              <a:t>29-09-2026</a:t>
            </a:fld>
            <a:endParaRPr lang="en-IN"/>
          </a:p>
        </p:txBody>
      </p:sp>
      <p:sp>
        <p:nvSpPr>
          <p:cNvPr id="5" name="Footer Placeholder 4">
            <a:extLst>
              <a:ext uri="{FF2B5EF4-FFF2-40B4-BE49-F238E27FC236}">
                <a16:creationId xmlns:a16="http://schemas.microsoft.com/office/drawing/2014/main" id="{E41ED573-6860-EA34-F0BF-716EBFC549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2AF138-46DC-05A4-8390-950DBB738B8F}"/>
              </a:ext>
            </a:extLst>
          </p:cNvPr>
          <p:cNvSpPr>
            <a:spLocks noGrp="1"/>
          </p:cNvSpPr>
          <p:nvPr>
            <p:ph type="sldNum" sz="quarter" idx="12"/>
          </p:nvPr>
        </p:nvSpPr>
        <p:spPr/>
        <p:txBody>
          <a:bodyPr/>
          <a:lstStyle/>
          <a:p>
            <a:fld id="{C01707CD-73DF-4DCA-AAFE-EBF357CB9575}" type="slidenum">
              <a:rPr lang="en-IN" smtClean="0"/>
              <a:t>‹#›</a:t>
            </a:fld>
            <a:endParaRPr lang="en-IN"/>
          </a:p>
        </p:txBody>
      </p:sp>
    </p:spTree>
    <p:extLst>
      <p:ext uri="{BB962C8B-B14F-4D97-AF65-F5344CB8AC3E}">
        <p14:creationId xmlns:p14="http://schemas.microsoft.com/office/powerpoint/2010/main" val="2253374870"/>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6557F-96E7-7D49-2455-B0C8344450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B5E956-D813-ED1F-61DD-4EE616DFB8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C49E22-7D26-DB52-3CCD-D4784EE016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0B2825C-262D-EAB5-3546-4930C662E80E}"/>
              </a:ext>
            </a:extLst>
          </p:cNvPr>
          <p:cNvSpPr>
            <a:spLocks noGrp="1"/>
          </p:cNvSpPr>
          <p:nvPr>
            <p:ph type="dt" sz="half" idx="10"/>
          </p:nvPr>
        </p:nvSpPr>
        <p:spPr/>
        <p:txBody>
          <a:bodyPr/>
          <a:lstStyle/>
          <a:p>
            <a:fld id="{71FBAE8B-906D-4535-A7F0-822EADA6E6DA}" type="datetimeFigureOut">
              <a:rPr lang="en-IN" smtClean="0"/>
              <a:t>29-09-2026</a:t>
            </a:fld>
            <a:endParaRPr lang="en-IN"/>
          </a:p>
        </p:txBody>
      </p:sp>
      <p:sp>
        <p:nvSpPr>
          <p:cNvPr id="6" name="Footer Placeholder 5">
            <a:extLst>
              <a:ext uri="{FF2B5EF4-FFF2-40B4-BE49-F238E27FC236}">
                <a16:creationId xmlns:a16="http://schemas.microsoft.com/office/drawing/2014/main" id="{FDE5384B-1518-5322-2BE8-B9261E4A34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50B873-51F1-B204-BE61-D57006143E92}"/>
              </a:ext>
            </a:extLst>
          </p:cNvPr>
          <p:cNvSpPr>
            <a:spLocks noGrp="1"/>
          </p:cNvSpPr>
          <p:nvPr>
            <p:ph type="sldNum" sz="quarter" idx="12"/>
          </p:nvPr>
        </p:nvSpPr>
        <p:spPr/>
        <p:txBody>
          <a:bodyPr/>
          <a:lstStyle/>
          <a:p>
            <a:fld id="{C01707CD-73DF-4DCA-AAFE-EBF357CB9575}" type="slidenum">
              <a:rPr lang="en-IN" smtClean="0"/>
              <a:t>‹#›</a:t>
            </a:fld>
            <a:endParaRPr lang="en-IN"/>
          </a:p>
        </p:txBody>
      </p:sp>
    </p:spTree>
    <p:extLst>
      <p:ext uri="{BB962C8B-B14F-4D97-AF65-F5344CB8AC3E}">
        <p14:creationId xmlns:p14="http://schemas.microsoft.com/office/powerpoint/2010/main" val="3710934209"/>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CC758-2B5F-FCC7-ED5F-59684929089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B8CA7F-A011-5F54-99D1-5B8C54823B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DAA296-2BAD-F486-1F2F-E2E43EA465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ACFB29E-D376-C95F-BBBF-52D02C77DC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D66296-EBEF-70E4-3796-C5A4744B5D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E760732-28FE-7493-9F8D-89D8FE1E136F}"/>
              </a:ext>
            </a:extLst>
          </p:cNvPr>
          <p:cNvSpPr>
            <a:spLocks noGrp="1"/>
          </p:cNvSpPr>
          <p:nvPr>
            <p:ph type="dt" sz="half" idx="10"/>
          </p:nvPr>
        </p:nvSpPr>
        <p:spPr/>
        <p:txBody>
          <a:bodyPr/>
          <a:lstStyle/>
          <a:p>
            <a:fld id="{71FBAE8B-906D-4535-A7F0-822EADA6E6DA}" type="datetimeFigureOut">
              <a:rPr lang="en-IN" smtClean="0"/>
              <a:t>29-09-2026</a:t>
            </a:fld>
            <a:endParaRPr lang="en-IN"/>
          </a:p>
        </p:txBody>
      </p:sp>
      <p:sp>
        <p:nvSpPr>
          <p:cNvPr id="8" name="Footer Placeholder 7">
            <a:extLst>
              <a:ext uri="{FF2B5EF4-FFF2-40B4-BE49-F238E27FC236}">
                <a16:creationId xmlns:a16="http://schemas.microsoft.com/office/drawing/2014/main" id="{B452F0A6-8E38-8A5A-F914-EAB03C55BE5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B0857EA-ACBE-4BC2-234F-204B76558C27}"/>
              </a:ext>
            </a:extLst>
          </p:cNvPr>
          <p:cNvSpPr>
            <a:spLocks noGrp="1"/>
          </p:cNvSpPr>
          <p:nvPr>
            <p:ph type="sldNum" sz="quarter" idx="12"/>
          </p:nvPr>
        </p:nvSpPr>
        <p:spPr/>
        <p:txBody>
          <a:bodyPr/>
          <a:lstStyle/>
          <a:p>
            <a:fld id="{C01707CD-73DF-4DCA-AAFE-EBF357CB9575}" type="slidenum">
              <a:rPr lang="en-IN" smtClean="0"/>
              <a:t>‹#›</a:t>
            </a:fld>
            <a:endParaRPr lang="en-IN"/>
          </a:p>
        </p:txBody>
      </p:sp>
    </p:spTree>
    <p:extLst>
      <p:ext uri="{BB962C8B-B14F-4D97-AF65-F5344CB8AC3E}">
        <p14:creationId xmlns:p14="http://schemas.microsoft.com/office/powerpoint/2010/main" val="1385549798"/>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3732D-1EF9-5C76-1C42-F64AB16B6B2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E96EC96-40C3-66EB-6149-9D20B08514F3}"/>
              </a:ext>
            </a:extLst>
          </p:cNvPr>
          <p:cNvSpPr>
            <a:spLocks noGrp="1"/>
          </p:cNvSpPr>
          <p:nvPr>
            <p:ph type="dt" sz="half" idx="10"/>
          </p:nvPr>
        </p:nvSpPr>
        <p:spPr/>
        <p:txBody>
          <a:bodyPr/>
          <a:lstStyle/>
          <a:p>
            <a:fld id="{71FBAE8B-906D-4535-A7F0-822EADA6E6DA}" type="datetimeFigureOut">
              <a:rPr lang="en-IN" smtClean="0"/>
              <a:t>29-09-2026</a:t>
            </a:fld>
            <a:endParaRPr lang="en-IN"/>
          </a:p>
        </p:txBody>
      </p:sp>
      <p:sp>
        <p:nvSpPr>
          <p:cNvPr id="4" name="Footer Placeholder 3">
            <a:extLst>
              <a:ext uri="{FF2B5EF4-FFF2-40B4-BE49-F238E27FC236}">
                <a16:creationId xmlns:a16="http://schemas.microsoft.com/office/drawing/2014/main" id="{80201718-C5ED-68CC-43D3-767F2BC0D54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50ADD46-E91C-EF84-7E65-99EFD0A61A9B}"/>
              </a:ext>
            </a:extLst>
          </p:cNvPr>
          <p:cNvSpPr>
            <a:spLocks noGrp="1"/>
          </p:cNvSpPr>
          <p:nvPr>
            <p:ph type="sldNum" sz="quarter" idx="12"/>
          </p:nvPr>
        </p:nvSpPr>
        <p:spPr/>
        <p:txBody>
          <a:bodyPr/>
          <a:lstStyle/>
          <a:p>
            <a:fld id="{C01707CD-73DF-4DCA-AAFE-EBF357CB9575}" type="slidenum">
              <a:rPr lang="en-IN" smtClean="0"/>
              <a:t>‹#›</a:t>
            </a:fld>
            <a:endParaRPr lang="en-IN"/>
          </a:p>
        </p:txBody>
      </p:sp>
    </p:spTree>
    <p:extLst>
      <p:ext uri="{BB962C8B-B14F-4D97-AF65-F5344CB8AC3E}">
        <p14:creationId xmlns:p14="http://schemas.microsoft.com/office/powerpoint/2010/main" val="1262131601"/>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F48922-BA9F-0592-187A-6270B33554FD}"/>
              </a:ext>
            </a:extLst>
          </p:cNvPr>
          <p:cNvSpPr>
            <a:spLocks noGrp="1"/>
          </p:cNvSpPr>
          <p:nvPr>
            <p:ph type="dt" sz="half" idx="10"/>
          </p:nvPr>
        </p:nvSpPr>
        <p:spPr/>
        <p:txBody>
          <a:bodyPr/>
          <a:lstStyle/>
          <a:p>
            <a:fld id="{71FBAE8B-906D-4535-A7F0-822EADA6E6DA}" type="datetimeFigureOut">
              <a:rPr lang="en-IN" smtClean="0"/>
              <a:t>29-09-2026</a:t>
            </a:fld>
            <a:endParaRPr lang="en-IN"/>
          </a:p>
        </p:txBody>
      </p:sp>
      <p:sp>
        <p:nvSpPr>
          <p:cNvPr id="3" name="Footer Placeholder 2">
            <a:extLst>
              <a:ext uri="{FF2B5EF4-FFF2-40B4-BE49-F238E27FC236}">
                <a16:creationId xmlns:a16="http://schemas.microsoft.com/office/drawing/2014/main" id="{6C491969-83CC-1CEA-F89C-96B28EE4C30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72885EF-1153-4200-6CBB-16E0DE992F05}"/>
              </a:ext>
            </a:extLst>
          </p:cNvPr>
          <p:cNvSpPr>
            <a:spLocks noGrp="1"/>
          </p:cNvSpPr>
          <p:nvPr>
            <p:ph type="sldNum" sz="quarter" idx="12"/>
          </p:nvPr>
        </p:nvSpPr>
        <p:spPr/>
        <p:txBody>
          <a:bodyPr/>
          <a:lstStyle/>
          <a:p>
            <a:fld id="{C01707CD-73DF-4DCA-AAFE-EBF357CB9575}" type="slidenum">
              <a:rPr lang="en-IN" smtClean="0"/>
              <a:t>‹#›</a:t>
            </a:fld>
            <a:endParaRPr lang="en-IN"/>
          </a:p>
        </p:txBody>
      </p:sp>
    </p:spTree>
    <p:extLst>
      <p:ext uri="{BB962C8B-B14F-4D97-AF65-F5344CB8AC3E}">
        <p14:creationId xmlns:p14="http://schemas.microsoft.com/office/powerpoint/2010/main" val="2964093742"/>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C5766-8AE5-3044-CEA1-E43A32B26B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FCF8FC6-8E20-1666-3D8A-2BF6671EF3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F4328D6-BAD7-4A54-145D-E256472CC6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974925-DAC0-DE91-C0C1-A8E400EA95EC}"/>
              </a:ext>
            </a:extLst>
          </p:cNvPr>
          <p:cNvSpPr>
            <a:spLocks noGrp="1"/>
          </p:cNvSpPr>
          <p:nvPr>
            <p:ph type="dt" sz="half" idx="10"/>
          </p:nvPr>
        </p:nvSpPr>
        <p:spPr/>
        <p:txBody>
          <a:bodyPr/>
          <a:lstStyle/>
          <a:p>
            <a:fld id="{71FBAE8B-906D-4535-A7F0-822EADA6E6DA}" type="datetimeFigureOut">
              <a:rPr lang="en-IN" smtClean="0"/>
              <a:t>29-09-2026</a:t>
            </a:fld>
            <a:endParaRPr lang="en-IN"/>
          </a:p>
        </p:txBody>
      </p:sp>
      <p:sp>
        <p:nvSpPr>
          <p:cNvPr id="6" name="Footer Placeholder 5">
            <a:extLst>
              <a:ext uri="{FF2B5EF4-FFF2-40B4-BE49-F238E27FC236}">
                <a16:creationId xmlns:a16="http://schemas.microsoft.com/office/drawing/2014/main" id="{528911FE-FCAD-B03B-2D7D-411E15FD9A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8EA663-A1DF-461C-F038-3F3C6B36BD29}"/>
              </a:ext>
            </a:extLst>
          </p:cNvPr>
          <p:cNvSpPr>
            <a:spLocks noGrp="1"/>
          </p:cNvSpPr>
          <p:nvPr>
            <p:ph type="sldNum" sz="quarter" idx="12"/>
          </p:nvPr>
        </p:nvSpPr>
        <p:spPr/>
        <p:txBody>
          <a:bodyPr/>
          <a:lstStyle/>
          <a:p>
            <a:fld id="{C01707CD-73DF-4DCA-AAFE-EBF357CB9575}" type="slidenum">
              <a:rPr lang="en-IN" smtClean="0"/>
              <a:t>‹#›</a:t>
            </a:fld>
            <a:endParaRPr lang="en-IN"/>
          </a:p>
        </p:txBody>
      </p:sp>
    </p:spTree>
    <p:extLst>
      <p:ext uri="{BB962C8B-B14F-4D97-AF65-F5344CB8AC3E}">
        <p14:creationId xmlns:p14="http://schemas.microsoft.com/office/powerpoint/2010/main" val="301574402"/>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6405A-5BC0-F256-3C72-0BB77BA255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60BBA7C-8B7F-F01C-456E-F5C80D4656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CCBEFDF-5EE9-61B1-7685-CC5FC841E9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01CDA2-6DEE-1762-CDA3-FBCF7C105191}"/>
              </a:ext>
            </a:extLst>
          </p:cNvPr>
          <p:cNvSpPr>
            <a:spLocks noGrp="1"/>
          </p:cNvSpPr>
          <p:nvPr>
            <p:ph type="dt" sz="half" idx="10"/>
          </p:nvPr>
        </p:nvSpPr>
        <p:spPr/>
        <p:txBody>
          <a:bodyPr/>
          <a:lstStyle/>
          <a:p>
            <a:fld id="{71FBAE8B-906D-4535-A7F0-822EADA6E6DA}" type="datetimeFigureOut">
              <a:rPr lang="en-IN" smtClean="0"/>
              <a:t>29-09-2026</a:t>
            </a:fld>
            <a:endParaRPr lang="en-IN"/>
          </a:p>
        </p:txBody>
      </p:sp>
      <p:sp>
        <p:nvSpPr>
          <p:cNvPr id="6" name="Footer Placeholder 5">
            <a:extLst>
              <a:ext uri="{FF2B5EF4-FFF2-40B4-BE49-F238E27FC236}">
                <a16:creationId xmlns:a16="http://schemas.microsoft.com/office/drawing/2014/main" id="{8E790AE7-BEB3-DCFA-49EA-BA05BCE62A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F55659-ACB9-4221-4448-5745A7221665}"/>
              </a:ext>
            </a:extLst>
          </p:cNvPr>
          <p:cNvSpPr>
            <a:spLocks noGrp="1"/>
          </p:cNvSpPr>
          <p:nvPr>
            <p:ph type="sldNum" sz="quarter" idx="12"/>
          </p:nvPr>
        </p:nvSpPr>
        <p:spPr/>
        <p:txBody>
          <a:bodyPr/>
          <a:lstStyle/>
          <a:p>
            <a:fld id="{C01707CD-73DF-4DCA-AAFE-EBF357CB9575}" type="slidenum">
              <a:rPr lang="en-IN" smtClean="0"/>
              <a:t>‹#›</a:t>
            </a:fld>
            <a:endParaRPr lang="en-IN"/>
          </a:p>
        </p:txBody>
      </p:sp>
    </p:spTree>
    <p:extLst>
      <p:ext uri="{BB962C8B-B14F-4D97-AF65-F5344CB8AC3E}">
        <p14:creationId xmlns:p14="http://schemas.microsoft.com/office/powerpoint/2010/main" val="1625759837"/>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D5891-5A84-DCA8-0B08-36A352B2568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ED6764-EBD6-D85A-39A0-8B4B7D3A41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007CAB-6B05-07F1-4BA0-D0F85DE57318}"/>
              </a:ext>
            </a:extLst>
          </p:cNvPr>
          <p:cNvSpPr>
            <a:spLocks noGrp="1"/>
          </p:cNvSpPr>
          <p:nvPr>
            <p:ph type="dt" sz="half" idx="10"/>
          </p:nvPr>
        </p:nvSpPr>
        <p:spPr/>
        <p:txBody>
          <a:bodyPr/>
          <a:lstStyle/>
          <a:p>
            <a:fld id="{71FBAE8B-906D-4535-A7F0-822EADA6E6DA}" type="datetimeFigureOut">
              <a:rPr lang="en-IN" smtClean="0"/>
              <a:t>29-09-2026</a:t>
            </a:fld>
            <a:endParaRPr lang="en-IN"/>
          </a:p>
        </p:txBody>
      </p:sp>
      <p:sp>
        <p:nvSpPr>
          <p:cNvPr id="5" name="Footer Placeholder 4">
            <a:extLst>
              <a:ext uri="{FF2B5EF4-FFF2-40B4-BE49-F238E27FC236}">
                <a16:creationId xmlns:a16="http://schemas.microsoft.com/office/drawing/2014/main" id="{6B5D472C-CF12-939E-315C-994F37FD96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81E681-DC86-27C3-A9A0-31ACEB16C0C6}"/>
              </a:ext>
            </a:extLst>
          </p:cNvPr>
          <p:cNvSpPr>
            <a:spLocks noGrp="1"/>
          </p:cNvSpPr>
          <p:nvPr>
            <p:ph type="sldNum" sz="quarter" idx="12"/>
          </p:nvPr>
        </p:nvSpPr>
        <p:spPr/>
        <p:txBody>
          <a:bodyPr/>
          <a:lstStyle/>
          <a:p>
            <a:fld id="{C01707CD-73DF-4DCA-AAFE-EBF357CB9575}" type="slidenum">
              <a:rPr lang="en-IN" smtClean="0"/>
              <a:t>‹#›</a:t>
            </a:fld>
            <a:endParaRPr lang="en-IN"/>
          </a:p>
        </p:txBody>
      </p:sp>
    </p:spTree>
    <p:extLst>
      <p:ext uri="{BB962C8B-B14F-4D97-AF65-F5344CB8AC3E}">
        <p14:creationId xmlns:p14="http://schemas.microsoft.com/office/powerpoint/2010/main" val="3855182752"/>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91FC11-49BB-DD49-5122-33AC53F03F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BFCF03-0C0E-CFD6-B55E-800F96D8C9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05ECA3-8574-B4C5-F838-C2AF1E62654F}"/>
              </a:ext>
            </a:extLst>
          </p:cNvPr>
          <p:cNvSpPr>
            <a:spLocks noGrp="1"/>
          </p:cNvSpPr>
          <p:nvPr>
            <p:ph type="dt" sz="half" idx="10"/>
          </p:nvPr>
        </p:nvSpPr>
        <p:spPr/>
        <p:txBody>
          <a:bodyPr/>
          <a:lstStyle/>
          <a:p>
            <a:fld id="{71FBAE8B-906D-4535-A7F0-822EADA6E6DA}" type="datetimeFigureOut">
              <a:rPr lang="en-IN" smtClean="0"/>
              <a:t>29-09-2026</a:t>
            </a:fld>
            <a:endParaRPr lang="en-IN"/>
          </a:p>
        </p:txBody>
      </p:sp>
      <p:sp>
        <p:nvSpPr>
          <p:cNvPr id="5" name="Footer Placeholder 4">
            <a:extLst>
              <a:ext uri="{FF2B5EF4-FFF2-40B4-BE49-F238E27FC236}">
                <a16:creationId xmlns:a16="http://schemas.microsoft.com/office/drawing/2014/main" id="{0ACBD3E8-20A9-3F91-6D7B-AA404D50E4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ECEDE7-7EBD-F1AF-5C01-034D5A833218}"/>
              </a:ext>
            </a:extLst>
          </p:cNvPr>
          <p:cNvSpPr>
            <a:spLocks noGrp="1"/>
          </p:cNvSpPr>
          <p:nvPr>
            <p:ph type="sldNum" sz="quarter" idx="12"/>
          </p:nvPr>
        </p:nvSpPr>
        <p:spPr/>
        <p:txBody>
          <a:bodyPr/>
          <a:lstStyle/>
          <a:p>
            <a:fld id="{C01707CD-73DF-4DCA-AAFE-EBF357CB9575}" type="slidenum">
              <a:rPr lang="en-IN" smtClean="0"/>
              <a:t>‹#›</a:t>
            </a:fld>
            <a:endParaRPr lang="en-IN"/>
          </a:p>
        </p:txBody>
      </p:sp>
    </p:spTree>
    <p:extLst>
      <p:ext uri="{BB962C8B-B14F-4D97-AF65-F5344CB8AC3E}">
        <p14:creationId xmlns:p14="http://schemas.microsoft.com/office/powerpoint/2010/main" val="1598975714"/>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C8C1BA-2982-29BD-6979-B922EEDACB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6CC454-024F-9CD7-4DFD-78F1B152E5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5D7139-229B-E551-F5A3-CF9541BE4F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FBAE8B-906D-4535-A7F0-822EADA6E6DA}" type="datetimeFigureOut">
              <a:rPr lang="en-IN" smtClean="0"/>
              <a:t>29-09-2026</a:t>
            </a:fld>
            <a:endParaRPr lang="en-IN"/>
          </a:p>
        </p:txBody>
      </p:sp>
      <p:sp>
        <p:nvSpPr>
          <p:cNvPr id="5" name="Footer Placeholder 4">
            <a:extLst>
              <a:ext uri="{FF2B5EF4-FFF2-40B4-BE49-F238E27FC236}">
                <a16:creationId xmlns:a16="http://schemas.microsoft.com/office/drawing/2014/main" id="{5588545D-8020-C50B-FBE5-1305B5D31D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7E2DE59-C064-CBCA-F299-AF11B3044F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1707CD-73DF-4DCA-AAFE-EBF357CB9575}" type="slidenum">
              <a:rPr lang="en-IN" smtClean="0"/>
              <a:t>‹#›</a:t>
            </a:fld>
            <a:endParaRPr lang="en-IN"/>
          </a:p>
        </p:txBody>
      </p:sp>
    </p:spTree>
    <p:extLst>
      <p:ext uri="{BB962C8B-B14F-4D97-AF65-F5344CB8AC3E}">
        <p14:creationId xmlns:p14="http://schemas.microsoft.com/office/powerpoint/2010/main" val="33517976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646EB-B5A9-9474-EE6D-010B81C6E311}"/>
              </a:ext>
            </a:extLst>
          </p:cNvPr>
          <p:cNvSpPr>
            <a:spLocks noGrp="1"/>
          </p:cNvSpPr>
          <p:nvPr>
            <p:ph type="ctrTitle"/>
          </p:nvPr>
        </p:nvSpPr>
        <p:spPr>
          <a:xfrm>
            <a:off x="2536164" y="5032076"/>
            <a:ext cx="7119669" cy="979105"/>
          </a:xfrm>
        </p:spPr>
        <p:txBody>
          <a:bodyPr>
            <a:noAutofit/>
          </a:bodyPr>
          <a:lstStyle/>
          <a:p>
            <a:r>
              <a:rPr lang="en-IN" sz="2000" dirty="0">
                <a:latin typeface="Times New Roman" panose="02020603050405020304" pitchFamily="18" charset="0"/>
                <a:cs typeface="Times New Roman" panose="02020603050405020304" pitchFamily="18" charset="0"/>
              </a:rPr>
              <a:t>DEPARTMENT OF COMPUTER APPLICATIONS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GAYATRI VIDYA PARISHAD COLLEGE OF ENGINEERING (AUTONOMOUS)</a:t>
            </a:r>
          </a:p>
        </p:txBody>
      </p:sp>
      <p:sp>
        <p:nvSpPr>
          <p:cNvPr id="3" name="Subtitle 2">
            <a:extLst>
              <a:ext uri="{FF2B5EF4-FFF2-40B4-BE49-F238E27FC236}">
                <a16:creationId xmlns:a16="http://schemas.microsoft.com/office/drawing/2014/main" id="{A477821E-4567-AE64-C74E-ACC65A37275B}"/>
              </a:ext>
            </a:extLst>
          </p:cNvPr>
          <p:cNvSpPr>
            <a:spLocks noGrp="1"/>
          </p:cNvSpPr>
          <p:nvPr>
            <p:ph type="subTitle" idx="1"/>
          </p:nvPr>
        </p:nvSpPr>
        <p:spPr>
          <a:xfrm>
            <a:off x="1685026" y="6184928"/>
            <a:ext cx="8954219" cy="573147"/>
          </a:xfrm>
        </p:spPr>
        <p:txBody>
          <a:bodyPr>
            <a:normAutofit fontScale="62500" lnSpcReduction="20000"/>
          </a:bodyPr>
          <a:lstStyle/>
          <a:p>
            <a:r>
              <a:rPr lang="en-IN" dirty="0">
                <a:latin typeface="Times New Roman" panose="02020603050405020304" pitchFamily="18" charset="0"/>
                <a:cs typeface="Times New Roman" panose="02020603050405020304" pitchFamily="18" charset="0"/>
              </a:rPr>
              <a:t>VISAKHAPATNAM – 530048</a:t>
            </a:r>
          </a:p>
          <a:p>
            <a:r>
              <a:rPr lang="en-IN" dirty="0">
                <a:latin typeface="Times New Roman" panose="02020603050405020304" pitchFamily="18" charset="0"/>
                <a:cs typeface="Times New Roman" panose="02020603050405020304" pitchFamily="18" charset="0"/>
              </a:rPr>
              <a:t>2026-27</a:t>
            </a:r>
          </a:p>
          <a:p>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20BC257-0842-8F87-1ED9-A3825409C9BF}"/>
              </a:ext>
            </a:extLst>
          </p:cNvPr>
          <p:cNvSpPr txBox="1"/>
          <p:nvPr/>
        </p:nvSpPr>
        <p:spPr>
          <a:xfrm>
            <a:off x="3853132" y="321043"/>
            <a:ext cx="4485735" cy="338554"/>
          </a:xfrm>
          <a:prstGeom prst="rect">
            <a:avLst/>
          </a:prstGeom>
          <a:noFill/>
        </p:spPr>
        <p:txBody>
          <a:bodyPr wrap="square" rtlCol="0">
            <a:spAutoFit/>
          </a:bodyPr>
          <a:lstStyle/>
          <a:p>
            <a:pPr algn="ctr"/>
            <a:r>
              <a:rPr lang="en-IN" sz="1600" dirty="0">
                <a:latin typeface="Times New Roman" panose="02020603050405020304" pitchFamily="18" charset="0"/>
                <a:cs typeface="Times New Roman" panose="02020603050405020304" pitchFamily="18" charset="0"/>
              </a:rPr>
              <a:t>MINI </a:t>
            </a:r>
            <a:r>
              <a:rPr lang="en-IN" sz="1600">
                <a:latin typeface="Times New Roman" panose="02020603050405020304" pitchFamily="18" charset="0"/>
                <a:cs typeface="Times New Roman" panose="02020603050405020304" pitchFamily="18" charset="0"/>
              </a:rPr>
              <a:t>PROJECT DRC - 1 </a:t>
            </a:r>
            <a:r>
              <a:rPr lang="en-IN" sz="1600" dirty="0">
                <a:latin typeface="Times New Roman" panose="02020603050405020304" pitchFamily="18" charset="0"/>
                <a:cs typeface="Times New Roman" panose="02020603050405020304" pitchFamily="18" charset="0"/>
              </a:rPr>
              <a:t>PRESENTATION ON </a:t>
            </a:r>
          </a:p>
        </p:txBody>
      </p:sp>
      <p:sp>
        <p:nvSpPr>
          <p:cNvPr id="5" name="TextBox 4">
            <a:extLst>
              <a:ext uri="{FF2B5EF4-FFF2-40B4-BE49-F238E27FC236}">
                <a16:creationId xmlns:a16="http://schemas.microsoft.com/office/drawing/2014/main" id="{DCFC2293-7339-E8BD-F0E7-CA6BEC33A1B3}"/>
              </a:ext>
            </a:extLst>
          </p:cNvPr>
          <p:cNvSpPr txBox="1"/>
          <p:nvPr/>
        </p:nvSpPr>
        <p:spPr>
          <a:xfrm>
            <a:off x="3743864" y="707363"/>
            <a:ext cx="4646762"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Meet Minutes – Web based application</a:t>
            </a:r>
            <a:endParaRPr lang="en-IN" sz="2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A7907B4-76FB-D289-59FD-B4A217143CDE}"/>
              </a:ext>
            </a:extLst>
          </p:cNvPr>
          <p:cNvSpPr txBox="1"/>
          <p:nvPr/>
        </p:nvSpPr>
        <p:spPr>
          <a:xfrm>
            <a:off x="3853132" y="1138683"/>
            <a:ext cx="4485735" cy="1231106"/>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By</a:t>
            </a:r>
          </a:p>
          <a:p>
            <a:pPr algn="ctr"/>
            <a:r>
              <a:rPr lang="en-US" sz="2000" b="1" dirty="0">
                <a:latin typeface="Times New Roman" panose="02020603050405020304" pitchFamily="18" charset="0"/>
                <a:cs typeface="Times New Roman" panose="02020603050405020304" pitchFamily="18" charset="0"/>
              </a:rPr>
              <a:t>Godha Ganesh Viswanadham</a:t>
            </a:r>
          </a:p>
          <a:p>
            <a:pPr algn="ctr"/>
            <a:r>
              <a:rPr lang="en-US" dirty="0">
                <a:latin typeface="Times New Roman" panose="02020603050405020304" pitchFamily="18" charset="0"/>
                <a:cs typeface="Times New Roman" panose="02020603050405020304" pitchFamily="18" charset="0"/>
              </a:rPr>
              <a:t>325203320046</a:t>
            </a:r>
          </a:p>
          <a:p>
            <a:pPr algn="ctr"/>
            <a:r>
              <a:rPr lang="en-US" dirty="0">
                <a:latin typeface="Times New Roman" panose="02020603050405020304" pitchFamily="18" charset="0"/>
                <a:cs typeface="Times New Roman" panose="02020603050405020304" pitchFamily="18" charset="0"/>
              </a:rPr>
              <a:t>III Semester MCA II year</a:t>
            </a:r>
            <a:endParaRPr lang="en-IN"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C30866D2-EAC1-DF56-2CCA-14CE26F862B8}"/>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225" b="98652" l="1114" r="98664">
                        <a14:foregroundMark x1="9354" y1="37528" x2="9354" y2="37528"/>
                        <a14:foregroundMark x1="9354" y1="37528" x2="24053" y2="19551"/>
                        <a14:foregroundMark x1="24053" y1="19551" x2="34744" y2="12360"/>
                        <a14:foregroundMark x1="34744" y1="12360" x2="55457" y2="8989"/>
                        <a14:foregroundMark x1="55457" y1="8989" x2="78842" y2="20000"/>
                        <a14:foregroundMark x1="78842" y1="20000" x2="86192" y2="29663"/>
                        <a14:foregroundMark x1="86192" y1="29663" x2="89310" y2="40899"/>
                        <a14:foregroundMark x1="89310" y1="40899" x2="88196" y2="62022"/>
                        <a14:foregroundMark x1="88196" y1="62022" x2="83073" y2="73483"/>
                        <a14:foregroundMark x1="83073" y1="73483" x2="72160" y2="83596"/>
                        <a14:foregroundMark x1="72160" y1="83596" x2="49889" y2="93483"/>
                        <a14:foregroundMark x1="49889" y1="93483" x2="18486" y2="83371"/>
                        <a14:foregroundMark x1="18486" y1="83371" x2="8241" y2="48764"/>
                        <a14:foregroundMark x1="8241" y1="48764" x2="8018" y2="36854"/>
                        <a14:foregroundMark x1="891" y1="44944" x2="17595" y2="13708"/>
                        <a14:foregroundMark x1="17595" y1="13708" x2="45434" y2="899"/>
                        <a14:foregroundMark x1="45434" y1="899" x2="51295" y2="1205"/>
                        <a14:foregroundMark x1="83000" y1="14967" x2="83544" y2="15171"/>
                        <a14:foregroundMark x1="96622" y1="38130" x2="84187" y2="69888"/>
                        <a14:foregroundMark x1="84187" y1="69888" x2="73497" y2="86966"/>
                        <a14:foregroundMark x1="73497" y1="86966" x2="57461" y2="93258"/>
                        <a14:foregroundMark x1="57461" y1="93258" x2="38530" y2="93034"/>
                        <a14:foregroundMark x1="38530" y1="93034" x2="20490" y2="84494"/>
                        <a14:foregroundMark x1="20490" y1="84494" x2="7572" y2="72135"/>
                        <a14:foregroundMark x1="7572" y1="72135" x2="1336" y2="47416"/>
                        <a14:foregroundMark x1="28953" y1="6292" x2="43875" y2="1124"/>
                        <a14:foregroundMark x1="43875" y1="1124" x2="51642" y2="626"/>
                        <a14:foregroundMark x1="96563" y1="38126" x2="98664" y2="48989"/>
                        <a14:foregroundMark x1="27617" y1="5393" x2="51435" y2="1007"/>
                        <a14:foregroundMark x1="27617" y1="94607" x2="39866" y2="98652"/>
                        <a14:foregroundMark x1="39866" y1="98652" x2="69488" y2="93034"/>
                        <a14:backgroundMark x1="93541" y1="20899" x2="96437" y2="27865"/>
                        <a14:backgroundMark x1="96437" y1="27865" x2="98218" y2="33933"/>
                        <a14:backgroundMark x1="98218" y1="33933" x2="97996" y2="38202"/>
                        <a14:backgroundMark x1="97996" y1="38202" x2="87973" y2="16404"/>
                        <a14:backgroundMark x1="87973" y1="16404" x2="94878" y2="22022"/>
                        <a14:backgroundMark x1="87751" y1="18427" x2="87305" y2="18427"/>
                        <a14:backgroundMark x1="87305" y1="18427" x2="86414" y2="13258"/>
                        <a14:backgroundMark x1="81514" y1="10112" x2="81514" y2="10112"/>
                        <a14:backgroundMark x1="81514" y1="10112" x2="81514" y2="10112"/>
                        <a14:backgroundMark x1="81514" y1="10112" x2="81514" y2="10112"/>
                        <a14:backgroundMark x1="81514" y1="11910" x2="81514" y2="11910"/>
                        <a14:backgroundMark x1="81514" y1="11910" x2="81514" y2="11910"/>
                        <a14:backgroundMark x1="81514" y1="11910" x2="58129" y2="0"/>
                        <a14:backgroundMark x1="58129" y1="0" x2="84633" y2="4045"/>
                        <a14:backgroundMark x1="84633" y1="4045" x2="91091" y2="12584"/>
                        <a14:backgroundMark x1="91091" y1="12584" x2="68820" y2="2697"/>
                        <a14:backgroundMark x1="68820" y1="2697" x2="51670" y2="674"/>
                        <a14:backgroundMark x1="51670" y1="674" x2="58129" y2="1798"/>
                        <a14:backgroundMark x1="85078" y1="14157" x2="88641" y2="18427"/>
                      </a14:backgroundRemoval>
                    </a14:imgEffect>
                  </a14:imgLayer>
                </a14:imgProps>
              </a:ext>
              <a:ext uri="{28A0092B-C50C-407E-A947-70E740481C1C}">
                <a14:useLocalDpi xmlns:a14="http://schemas.microsoft.com/office/drawing/2010/main" val="0"/>
              </a:ext>
            </a:extLst>
          </a:blip>
          <a:stretch>
            <a:fillRect/>
          </a:stretch>
        </p:blipFill>
        <p:spPr>
          <a:xfrm>
            <a:off x="5329297" y="3446056"/>
            <a:ext cx="1533404" cy="1519744"/>
          </a:xfrm>
          <a:prstGeom prst="rect">
            <a:avLst/>
          </a:prstGeom>
        </p:spPr>
      </p:pic>
      <p:sp>
        <p:nvSpPr>
          <p:cNvPr id="13" name="TextBox 12">
            <a:extLst>
              <a:ext uri="{FF2B5EF4-FFF2-40B4-BE49-F238E27FC236}">
                <a16:creationId xmlns:a16="http://schemas.microsoft.com/office/drawing/2014/main" id="{DC037F7C-6EAE-F618-1B7C-5345C9522FEF}"/>
              </a:ext>
            </a:extLst>
          </p:cNvPr>
          <p:cNvSpPr txBox="1"/>
          <p:nvPr/>
        </p:nvSpPr>
        <p:spPr>
          <a:xfrm>
            <a:off x="4577750" y="2415806"/>
            <a:ext cx="3036498" cy="923330"/>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Under the Guidance of</a:t>
            </a:r>
          </a:p>
          <a:p>
            <a:pPr algn="ctr"/>
            <a:r>
              <a:rPr lang="en-IN" sz="2000" b="1" dirty="0">
                <a:latin typeface="Times New Roman" panose="02020603050405020304" pitchFamily="18" charset="0"/>
                <a:cs typeface="Times New Roman" panose="02020603050405020304" pitchFamily="18" charset="0"/>
              </a:rPr>
              <a:t>Mrs. V. Lakshmi</a:t>
            </a:r>
          </a:p>
          <a:p>
            <a:pPr algn="ctr"/>
            <a:r>
              <a:rPr lang="en-IN" sz="1600" dirty="0">
                <a:latin typeface="Times New Roman" panose="02020603050405020304" pitchFamily="18" charset="0"/>
                <a:cs typeface="Times New Roman" panose="02020603050405020304" pitchFamily="18" charset="0"/>
              </a:rPr>
              <a:t>Assistant Professor</a:t>
            </a:r>
            <a:endParaRPr lang="en-IN" sz="1400" dirty="0">
              <a:latin typeface="Times New Roman" panose="02020603050405020304" pitchFamily="18" charset="0"/>
              <a:cs typeface="Times New Roman" panose="02020603050405020304" pitchFamily="18" charset="0"/>
            </a:endParaRPr>
          </a:p>
        </p:txBody>
      </p:sp>
      <p:sp>
        <p:nvSpPr>
          <p:cNvPr id="8" name="Slide Number Placeholder 7">
            <a:extLst>
              <a:ext uri="{FF2B5EF4-FFF2-40B4-BE49-F238E27FC236}">
                <a16:creationId xmlns:a16="http://schemas.microsoft.com/office/drawing/2014/main" id="{58C1C0C8-8706-961C-BDDB-F9BBCBF49C98}"/>
              </a:ext>
            </a:extLst>
          </p:cNvPr>
          <p:cNvSpPr>
            <a:spLocks noGrp="1"/>
          </p:cNvSpPr>
          <p:nvPr>
            <p:ph type="sldNum" sz="quarter" idx="12"/>
          </p:nvPr>
        </p:nvSpPr>
        <p:spPr/>
        <p:txBody>
          <a:bodyPr/>
          <a:lstStyle/>
          <a:p>
            <a:fld id="{A53F6252-FAEC-4C37-BB0C-C6F407600717}" type="slidenum">
              <a:rPr lang="en-IN" smtClean="0">
                <a:solidFill>
                  <a:schemeClr val="tx1"/>
                </a:solidFill>
                <a:latin typeface="Times New Roman" panose="02020603050405020304" pitchFamily="18" charset="0"/>
                <a:cs typeface="Times New Roman" panose="02020603050405020304" pitchFamily="18" charset="0"/>
              </a:rPr>
              <a:t>1</a:t>
            </a:fld>
            <a:endParaRPr lang="en-IN" dirty="0">
              <a:solidFill>
                <a:schemeClr val="tx1"/>
              </a:solidFill>
              <a:latin typeface="Times New Roman" panose="02020603050405020304" pitchFamily="18" charset="0"/>
              <a:cs typeface="Times New Roman" panose="02020603050405020304" pitchFamily="18" charset="0"/>
            </a:endParaRPr>
          </a:p>
        </p:txBody>
      </p:sp>
      <p:sp>
        <p:nvSpPr>
          <p:cNvPr id="9" name="Date Placeholder 8">
            <a:extLst>
              <a:ext uri="{FF2B5EF4-FFF2-40B4-BE49-F238E27FC236}">
                <a16:creationId xmlns:a16="http://schemas.microsoft.com/office/drawing/2014/main" id="{8B9B7399-96A3-B06C-A4E7-1BCDBD5D82E5}"/>
              </a:ext>
            </a:extLst>
          </p:cNvPr>
          <p:cNvSpPr>
            <a:spLocks noGrp="1"/>
          </p:cNvSpPr>
          <p:nvPr>
            <p:ph type="dt" sz="half" idx="10"/>
          </p:nvPr>
        </p:nvSpPr>
        <p:spPr/>
        <p:txBody>
          <a:bodyPr/>
          <a:lstStyle/>
          <a:p>
            <a:r>
              <a:rPr lang="en-US">
                <a:solidFill>
                  <a:schemeClr val="tx1"/>
                </a:solidFill>
                <a:latin typeface="Times New Roman" panose="02020603050405020304" pitchFamily="18" charset="0"/>
                <a:cs typeface="Times New Roman" panose="02020603050405020304" pitchFamily="18" charset="0"/>
              </a:rPr>
              <a:t>DRC Presentation - 1</a:t>
            </a:r>
            <a:endParaRPr lang="en-IN">
              <a:solidFill>
                <a:schemeClr val="tx1"/>
              </a:solidFill>
              <a:latin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4484133C-ABF1-E263-7720-D78C28E89E8D}"/>
              </a:ext>
            </a:extLst>
          </p:cNvPr>
          <p:cNvSpPr/>
          <p:nvPr/>
        </p:nvSpPr>
        <p:spPr>
          <a:xfrm>
            <a:off x="92015" y="109268"/>
            <a:ext cx="12019472" cy="6648807"/>
          </a:xfrm>
          <a:prstGeom prst="roundRect">
            <a:avLst>
              <a:gd name="adj" fmla="val 4212"/>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5524360"/>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9E06E-F488-B65E-A377-267980859663}"/>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A23D1A5F-3727-434C-E19C-503D71D9F6FF}"/>
              </a:ext>
            </a:extLst>
          </p:cNvPr>
          <p:cNvPicPr>
            <a:picLocks noChangeAspect="1"/>
          </p:cNvPicPr>
          <p:nvPr/>
        </p:nvPicPr>
        <p:blipFill>
          <a:blip r:embed="rId3">
            <a:extLst>
              <a:ext uri="{28A0092B-C50C-407E-A947-70E740481C1C}">
                <a14:useLocalDpi xmlns:a14="http://schemas.microsoft.com/office/drawing/2010/main" val="0"/>
              </a:ext>
            </a:extLst>
          </a:blip>
          <a:srcRect r="2090" b="29413"/>
          <a:stretch>
            <a:fillRect/>
          </a:stretch>
        </p:blipFill>
        <p:spPr>
          <a:xfrm>
            <a:off x="4403605" y="1412934"/>
            <a:ext cx="3384790" cy="2440197"/>
          </a:xfrm>
          <a:prstGeom prst="ellipse">
            <a:avLst/>
          </a:prstGeom>
        </p:spPr>
      </p:pic>
      <p:grpSp>
        <p:nvGrpSpPr>
          <p:cNvPr id="4" name="Group 3">
            <a:extLst>
              <a:ext uri="{FF2B5EF4-FFF2-40B4-BE49-F238E27FC236}">
                <a16:creationId xmlns:a16="http://schemas.microsoft.com/office/drawing/2014/main" id="{7892E228-94ED-F1D1-6E6F-3B17DAE3D54A}"/>
              </a:ext>
            </a:extLst>
          </p:cNvPr>
          <p:cNvGrpSpPr/>
          <p:nvPr/>
        </p:nvGrpSpPr>
        <p:grpSpPr>
          <a:xfrm>
            <a:off x="4601192" y="3853131"/>
            <a:ext cx="3012622" cy="654025"/>
            <a:chOff x="4601192" y="3853131"/>
            <a:chExt cx="3012622" cy="654025"/>
          </a:xfrm>
        </p:grpSpPr>
        <p:sp>
          <p:nvSpPr>
            <p:cNvPr id="19" name="TextBox 18">
              <a:extLst>
                <a:ext uri="{FF2B5EF4-FFF2-40B4-BE49-F238E27FC236}">
                  <a16:creationId xmlns:a16="http://schemas.microsoft.com/office/drawing/2014/main" id="{F68F3703-101A-C89A-9FEE-4D1FADE0DC60}"/>
                </a:ext>
              </a:extLst>
            </p:cNvPr>
            <p:cNvSpPr txBox="1"/>
            <p:nvPr/>
          </p:nvSpPr>
          <p:spPr>
            <a:xfrm>
              <a:off x="4642757" y="3853131"/>
              <a:ext cx="2906486" cy="523220"/>
            </a:xfrm>
            <a:prstGeom prst="rect">
              <a:avLst/>
            </a:prstGeom>
            <a:noFill/>
          </p:spPr>
          <p:txBody>
            <a:bodyPr wrap="square" rtlCol="0">
              <a:spAutoFit/>
            </a:bodyPr>
            <a:lstStyle/>
            <a:p>
              <a:r>
                <a:rPr lang="en-US" sz="2800" b="1" dirty="0">
                  <a:latin typeface="Copperplate Gothic Bold" panose="020E0705020206020404" pitchFamily="34" charset="0"/>
                </a:rPr>
                <a:t>Meet</a:t>
              </a:r>
              <a:r>
                <a:rPr lang="en-US" sz="2800" b="1" dirty="0">
                  <a:solidFill>
                    <a:schemeClr val="bg1"/>
                  </a:solidFill>
                  <a:latin typeface="Copperplate Gothic Bold" panose="020E0705020206020404" pitchFamily="34" charset="0"/>
                </a:rPr>
                <a:t> </a:t>
              </a:r>
              <a:r>
                <a:rPr lang="en-US" sz="2800" b="1" dirty="0">
                  <a:solidFill>
                    <a:schemeClr val="tx2">
                      <a:lumMod val="50000"/>
                      <a:lumOff val="50000"/>
                    </a:schemeClr>
                  </a:solidFill>
                  <a:latin typeface="Copperplate Gothic Bold" panose="020E0705020206020404" pitchFamily="34" charset="0"/>
                </a:rPr>
                <a:t>Minutes</a:t>
              </a:r>
              <a:endParaRPr lang="en-IN" sz="2800" b="1" dirty="0">
                <a:solidFill>
                  <a:schemeClr val="tx2">
                    <a:lumMod val="50000"/>
                    <a:lumOff val="50000"/>
                  </a:schemeClr>
                </a:solidFill>
                <a:latin typeface="Copperplate Gothic Bold" panose="020E0705020206020404" pitchFamily="34" charset="0"/>
              </a:endParaRPr>
            </a:p>
          </p:txBody>
        </p:sp>
        <p:sp>
          <p:nvSpPr>
            <p:cNvPr id="20" name="TextBox 19">
              <a:extLst>
                <a:ext uri="{FF2B5EF4-FFF2-40B4-BE49-F238E27FC236}">
                  <a16:creationId xmlns:a16="http://schemas.microsoft.com/office/drawing/2014/main" id="{FFF46F14-F789-0B42-D6FB-4D7BCDF36596}"/>
                </a:ext>
              </a:extLst>
            </p:cNvPr>
            <p:cNvSpPr txBox="1"/>
            <p:nvPr/>
          </p:nvSpPr>
          <p:spPr>
            <a:xfrm>
              <a:off x="4601192" y="4245546"/>
              <a:ext cx="3012622" cy="261610"/>
            </a:xfrm>
            <a:prstGeom prst="rect">
              <a:avLst/>
            </a:prstGeom>
            <a:noFill/>
          </p:spPr>
          <p:txBody>
            <a:bodyPr wrap="square" rtlCol="0">
              <a:spAutoFit/>
            </a:bodyPr>
            <a:lstStyle/>
            <a:p>
              <a:r>
                <a:rPr lang="en-US" sz="1100" dirty="0"/>
                <a:t>Summarize  -  Extract Minutes  -  Manage Tasks</a:t>
              </a:r>
              <a:endParaRPr lang="en-IN" sz="1100" dirty="0"/>
            </a:p>
          </p:txBody>
        </p:sp>
      </p:grpSp>
      <p:sp>
        <p:nvSpPr>
          <p:cNvPr id="3" name="Slide Number Placeholder 2">
            <a:extLst>
              <a:ext uri="{FF2B5EF4-FFF2-40B4-BE49-F238E27FC236}">
                <a16:creationId xmlns:a16="http://schemas.microsoft.com/office/drawing/2014/main" id="{EB5F328C-405A-F90C-8750-A5067436CF42}"/>
              </a:ext>
            </a:extLst>
          </p:cNvPr>
          <p:cNvSpPr>
            <a:spLocks noGrp="1"/>
          </p:cNvSpPr>
          <p:nvPr>
            <p:ph type="sldNum" sz="quarter" idx="12"/>
          </p:nvPr>
        </p:nvSpPr>
        <p:spPr/>
        <p:txBody>
          <a:bodyPr/>
          <a:lstStyle/>
          <a:p>
            <a:fld id="{A53F6252-FAEC-4C37-BB0C-C6F407600717}" type="slidenum">
              <a:rPr lang="en-IN" smtClean="0">
                <a:solidFill>
                  <a:schemeClr val="bg1"/>
                </a:solidFill>
              </a:rPr>
              <a:t>2</a:t>
            </a:fld>
            <a:r>
              <a:rPr lang="en-IN" dirty="0">
                <a:solidFill>
                  <a:schemeClr val="bg1"/>
                </a:solidFill>
              </a:rPr>
              <a:t>2</a:t>
            </a:r>
            <a:r>
              <a:rPr lang="en-IN" dirty="0">
                <a:solidFill>
                  <a:schemeClr val="tx1">
                    <a:lumMod val="95000"/>
                    <a:lumOff val="5000"/>
                  </a:schemeClr>
                </a:solidFill>
              </a:rPr>
              <a:t>2</a:t>
            </a:r>
            <a:endParaRPr lang="en-IN" dirty="0">
              <a:solidFill>
                <a:schemeClr val="bg1"/>
              </a:solidFill>
            </a:endParaRPr>
          </a:p>
        </p:txBody>
      </p:sp>
      <p:sp>
        <p:nvSpPr>
          <p:cNvPr id="5" name="Date Placeholder 4">
            <a:extLst>
              <a:ext uri="{FF2B5EF4-FFF2-40B4-BE49-F238E27FC236}">
                <a16:creationId xmlns:a16="http://schemas.microsoft.com/office/drawing/2014/main" id="{B5856EDE-26BE-51AA-EBC3-203FC231CCB8}"/>
              </a:ext>
            </a:extLst>
          </p:cNvPr>
          <p:cNvSpPr>
            <a:spLocks noGrp="1"/>
          </p:cNvSpPr>
          <p:nvPr>
            <p:ph type="dt" sz="half" idx="10"/>
          </p:nvPr>
        </p:nvSpPr>
        <p:spPr/>
        <p:txBody>
          <a:bodyPr/>
          <a:lstStyle/>
          <a:p>
            <a:r>
              <a:rPr lang="en-US"/>
              <a:t>DRC Presentation - 1</a:t>
            </a:r>
            <a:endParaRPr lang="en-IN"/>
          </a:p>
        </p:txBody>
      </p:sp>
      <p:sp>
        <p:nvSpPr>
          <p:cNvPr id="8" name="Rectangle: Rounded Corners 7">
            <a:extLst>
              <a:ext uri="{FF2B5EF4-FFF2-40B4-BE49-F238E27FC236}">
                <a16:creationId xmlns:a16="http://schemas.microsoft.com/office/drawing/2014/main" id="{66A9545F-E5E4-8ECA-939E-7C0C769FB3E9}"/>
              </a:ext>
            </a:extLst>
          </p:cNvPr>
          <p:cNvSpPr/>
          <p:nvPr/>
        </p:nvSpPr>
        <p:spPr>
          <a:xfrm>
            <a:off x="92015" y="109268"/>
            <a:ext cx="12019472" cy="6648807"/>
          </a:xfrm>
          <a:prstGeom prst="roundRect">
            <a:avLst>
              <a:gd name="adj" fmla="val 4212"/>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41427951"/>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E09B3-E1D6-CD1B-3983-10A62E15D0E6}"/>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F2375CB3-37CC-B55D-7BBE-18F26B10A276}"/>
              </a:ext>
            </a:extLst>
          </p:cNvPr>
          <p:cNvPicPr>
            <a:picLocks noChangeAspect="1"/>
          </p:cNvPicPr>
          <p:nvPr/>
        </p:nvPicPr>
        <p:blipFill>
          <a:blip r:embed="rId3">
            <a:extLst>
              <a:ext uri="{28A0092B-C50C-407E-A947-70E740481C1C}">
                <a14:useLocalDpi xmlns:a14="http://schemas.microsoft.com/office/drawing/2010/main" val="0"/>
              </a:ext>
            </a:extLst>
          </a:blip>
          <a:srcRect r="2090" b="29413"/>
          <a:stretch>
            <a:fillRect/>
          </a:stretch>
        </p:blipFill>
        <p:spPr>
          <a:xfrm>
            <a:off x="63262" y="97767"/>
            <a:ext cx="933322" cy="672860"/>
          </a:xfrm>
          <a:prstGeom prst="ellipse">
            <a:avLst/>
          </a:prstGeom>
        </p:spPr>
      </p:pic>
      <p:grpSp>
        <p:nvGrpSpPr>
          <p:cNvPr id="2" name="Group 1">
            <a:extLst>
              <a:ext uri="{FF2B5EF4-FFF2-40B4-BE49-F238E27FC236}">
                <a16:creationId xmlns:a16="http://schemas.microsoft.com/office/drawing/2014/main" id="{CE83C4AC-2FC5-5FD7-B111-3D533A9D05B0}"/>
              </a:ext>
            </a:extLst>
          </p:cNvPr>
          <p:cNvGrpSpPr/>
          <p:nvPr/>
        </p:nvGrpSpPr>
        <p:grpSpPr>
          <a:xfrm>
            <a:off x="10058400" y="220121"/>
            <a:ext cx="2064154" cy="471790"/>
            <a:chOff x="8931651" y="18836"/>
            <a:chExt cx="3012622" cy="781162"/>
          </a:xfrm>
        </p:grpSpPr>
        <p:sp>
          <p:nvSpPr>
            <p:cNvPr id="19" name="TextBox 18">
              <a:extLst>
                <a:ext uri="{FF2B5EF4-FFF2-40B4-BE49-F238E27FC236}">
                  <a16:creationId xmlns:a16="http://schemas.microsoft.com/office/drawing/2014/main" id="{3AE72E4F-B653-738F-AAFF-8BA2E951AD5E}"/>
                </a:ext>
              </a:extLst>
            </p:cNvPr>
            <p:cNvSpPr txBox="1"/>
            <p:nvPr/>
          </p:nvSpPr>
          <p:spPr>
            <a:xfrm>
              <a:off x="8984720" y="18836"/>
              <a:ext cx="2906486" cy="611518"/>
            </a:xfrm>
            <a:prstGeom prst="rect">
              <a:avLst/>
            </a:prstGeom>
            <a:noFill/>
          </p:spPr>
          <p:txBody>
            <a:bodyPr wrap="square" rtlCol="0">
              <a:spAutoFit/>
            </a:bodyPr>
            <a:lstStyle/>
            <a:p>
              <a:r>
                <a:rPr lang="en-US" b="1" dirty="0">
                  <a:latin typeface="Copperplate Gothic Bold" panose="020E0705020206020404" pitchFamily="34" charset="0"/>
                </a:rPr>
                <a:t>Meet </a:t>
              </a:r>
              <a:r>
                <a:rPr lang="en-US" b="1" dirty="0">
                  <a:solidFill>
                    <a:schemeClr val="tx2">
                      <a:lumMod val="50000"/>
                      <a:lumOff val="50000"/>
                    </a:schemeClr>
                  </a:solidFill>
                  <a:latin typeface="Copperplate Gothic Bold" panose="020E0705020206020404" pitchFamily="34" charset="0"/>
                </a:rPr>
                <a:t>Minutes</a:t>
              </a:r>
              <a:endParaRPr lang="en-IN" b="1" dirty="0">
                <a:solidFill>
                  <a:schemeClr val="tx2">
                    <a:lumMod val="50000"/>
                    <a:lumOff val="50000"/>
                  </a:schemeClr>
                </a:solidFill>
                <a:latin typeface="Copperplate Gothic Bold" panose="020E0705020206020404" pitchFamily="34" charset="0"/>
              </a:endParaRPr>
            </a:p>
          </p:txBody>
        </p:sp>
        <p:sp>
          <p:nvSpPr>
            <p:cNvPr id="20" name="TextBox 19">
              <a:extLst>
                <a:ext uri="{FF2B5EF4-FFF2-40B4-BE49-F238E27FC236}">
                  <a16:creationId xmlns:a16="http://schemas.microsoft.com/office/drawing/2014/main" id="{2A97C1E7-6B53-30B3-8CB9-9DD42EF9404C}"/>
                </a:ext>
              </a:extLst>
            </p:cNvPr>
            <p:cNvSpPr txBox="1"/>
            <p:nvPr/>
          </p:nvSpPr>
          <p:spPr>
            <a:xfrm>
              <a:off x="8931651" y="468759"/>
              <a:ext cx="3012622" cy="331239"/>
            </a:xfrm>
            <a:prstGeom prst="rect">
              <a:avLst/>
            </a:prstGeom>
            <a:noFill/>
          </p:spPr>
          <p:txBody>
            <a:bodyPr wrap="square" rtlCol="0">
              <a:spAutoFit/>
            </a:bodyPr>
            <a:lstStyle/>
            <a:p>
              <a:r>
                <a:rPr lang="en-US" sz="700" dirty="0"/>
                <a:t>Summarize  -  Extract Minutes  -  Manage Tasks</a:t>
              </a:r>
              <a:endParaRPr lang="en-IN" sz="700" dirty="0"/>
            </a:p>
          </p:txBody>
        </p:sp>
      </p:grpSp>
      <p:sp>
        <p:nvSpPr>
          <p:cNvPr id="3" name="TextBox 2">
            <a:extLst>
              <a:ext uri="{FF2B5EF4-FFF2-40B4-BE49-F238E27FC236}">
                <a16:creationId xmlns:a16="http://schemas.microsoft.com/office/drawing/2014/main" id="{367E7B20-8C2E-FA1D-63AE-34B325F62010}"/>
              </a:ext>
            </a:extLst>
          </p:cNvPr>
          <p:cNvSpPr txBox="1"/>
          <p:nvPr/>
        </p:nvSpPr>
        <p:spPr>
          <a:xfrm>
            <a:off x="4071144" y="148713"/>
            <a:ext cx="4179790" cy="523220"/>
          </a:xfrm>
          <a:prstGeom prst="rect">
            <a:avLst/>
          </a:prstGeom>
          <a:noFill/>
        </p:spPr>
        <p:txBody>
          <a:bodyPr wrap="square" rtlCol="0">
            <a:spAutoFit/>
          </a:bodyPr>
          <a:lstStyle/>
          <a:p>
            <a:r>
              <a:rPr lang="en-US" sz="2800" dirty="0">
                <a:latin typeface="Copperplate Gothic Bold" panose="020E0705020206020404" pitchFamily="34" charset="0"/>
              </a:rPr>
              <a:t>Problem Statement</a:t>
            </a:r>
            <a:endParaRPr lang="en-IN" sz="2800" dirty="0">
              <a:latin typeface="Copperplate Gothic Bold" panose="020E0705020206020404" pitchFamily="34" charset="0"/>
            </a:endParaRPr>
          </a:p>
        </p:txBody>
      </p:sp>
      <p:sp>
        <p:nvSpPr>
          <p:cNvPr id="4" name="TextBox 3">
            <a:extLst>
              <a:ext uri="{FF2B5EF4-FFF2-40B4-BE49-F238E27FC236}">
                <a16:creationId xmlns:a16="http://schemas.microsoft.com/office/drawing/2014/main" id="{0D5C844B-1E3F-0EDE-CCFF-E1F84D7C95F3}"/>
              </a:ext>
            </a:extLst>
          </p:cNvPr>
          <p:cNvSpPr txBox="1"/>
          <p:nvPr/>
        </p:nvSpPr>
        <p:spPr>
          <a:xfrm>
            <a:off x="933324" y="1069676"/>
            <a:ext cx="10325354" cy="1754326"/>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Meetings often generate large amounts of information that is difficult to organize and track. Manually preparing meeting minutes, identifying decisions, assigning action items, and tracking deadlines can be time-consuming and may lead to missed or inaccurate information. Existing approaches often require users to listen to or review the entire meeting before preparing minutes. Therefore, there is a need for an intelligent system that can automatically convert meeting conversations into structured minutes, extract important decisions and action items, identify responsible participants and deadlines, and help users track tasks efficiently.</a:t>
            </a:r>
          </a:p>
        </p:txBody>
      </p:sp>
      <p:cxnSp>
        <p:nvCxnSpPr>
          <p:cNvPr id="6" name="Straight Connector 5">
            <a:extLst>
              <a:ext uri="{FF2B5EF4-FFF2-40B4-BE49-F238E27FC236}">
                <a16:creationId xmlns:a16="http://schemas.microsoft.com/office/drawing/2014/main" id="{A6BF4D5D-FE86-129C-A4FA-702A1556CB32}"/>
              </a:ext>
            </a:extLst>
          </p:cNvPr>
          <p:cNvCxnSpPr>
            <a:cxnSpLocks/>
          </p:cNvCxnSpPr>
          <p:nvPr/>
        </p:nvCxnSpPr>
        <p:spPr>
          <a:xfrm>
            <a:off x="4109039" y="691911"/>
            <a:ext cx="3960000"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7" name="Slide Number Placeholder 6">
            <a:extLst>
              <a:ext uri="{FF2B5EF4-FFF2-40B4-BE49-F238E27FC236}">
                <a16:creationId xmlns:a16="http://schemas.microsoft.com/office/drawing/2014/main" id="{106F6702-C1CB-215F-4B38-3E0766EF9A8D}"/>
              </a:ext>
            </a:extLst>
          </p:cNvPr>
          <p:cNvSpPr>
            <a:spLocks noGrp="1"/>
          </p:cNvSpPr>
          <p:nvPr>
            <p:ph type="sldNum" sz="quarter" idx="12"/>
          </p:nvPr>
        </p:nvSpPr>
        <p:spPr/>
        <p:txBody>
          <a:bodyPr/>
          <a:lstStyle/>
          <a:p>
            <a:fld id="{A53F6252-FAEC-4C37-BB0C-C6F407600717}" type="slidenum">
              <a:rPr lang="en-IN" smtClean="0">
                <a:solidFill>
                  <a:schemeClr val="tx1"/>
                </a:solidFill>
              </a:rPr>
              <a:t>3</a:t>
            </a:fld>
            <a:endParaRPr lang="en-IN" dirty="0">
              <a:solidFill>
                <a:schemeClr val="tx1"/>
              </a:solidFill>
            </a:endParaRPr>
          </a:p>
        </p:txBody>
      </p:sp>
      <p:sp>
        <p:nvSpPr>
          <p:cNvPr id="8" name="Date Placeholder 7">
            <a:extLst>
              <a:ext uri="{FF2B5EF4-FFF2-40B4-BE49-F238E27FC236}">
                <a16:creationId xmlns:a16="http://schemas.microsoft.com/office/drawing/2014/main" id="{8BFABA8D-93B4-191C-3510-6E2F3AA403AC}"/>
              </a:ext>
            </a:extLst>
          </p:cNvPr>
          <p:cNvSpPr>
            <a:spLocks noGrp="1"/>
          </p:cNvSpPr>
          <p:nvPr>
            <p:ph type="dt" sz="half" idx="10"/>
          </p:nvPr>
        </p:nvSpPr>
        <p:spPr/>
        <p:txBody>
          <a:bodyPr/>
          <a:lstStyle/>
          <a:p>
            <a:r>
              <a:rPr lang="en-US">
                <a:solidFill>
                  <a:schemeClr val="tx1"/>
                </a:solidFill>
              </a:rPr>
              <a:t>DRC Presentation - 1</a:t>
            </a:r>
            <a:endParaRPr lang="en-IN">
              <a:solidFill>
                <a:schemeClr val="tx1"/>
              </a:solidFill>
            </a:endParaRPr>
          </a:p>
        </p:txBody>
      </p:sp>
      <p:sp>
        <p:nvSpPr>
          <p:cNvPr id="11" name="Rectangle: Rounded Corners 10">
            <a:extLst>
              <a:ext uri="{FF2B5EF4-FFF2-40B4-BE49-F238E27FC236}">
                <a16:creationId xmlns:a16="http://schemas.microsoft.com/office/drawing/2014/main" id="{FF9779A7-30DA-0326-2601-FABB8011FBB0}"/>
              </a:ext>
            </a:extLst>
          </p:cNvPr>
          <p:cNvSpPr/>
          <p:nvPr/>
        </p:nvSpPr>
        <p:spPr>
          <a:xfrm>
            <a:off x="92015" y="109268"/>
            <a:ext cx="12019472" cy="6648807"/>
          </a:xfrm>
          <a:prstGeom prst="roundRect">
            <a:avLst>
              <a:gd name="adj" fmla="val 4212"/>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5995397"/>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D2641-C248-88D5-878B-3C1A24420033}"/>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7A637319-DE5A-321C-276C-08531227CA46}"/>
              </a:ext>
            </a:extLst>
          </p:cNvPr>
          <p:cNvPicPr>
            <a:picLocks noChangeAspect="1"/>
          </p:cNvPicPr>
          <p:nvPr/>
        </p:nvPicPr>
        <p:blipFill>
          <a:blip r:embed="rId3">
            <a:extLst>
              <a:ext uri="{28A0092B-C50C-407E-A947-70E740481C1C}">
                <a14:useLocalDpi xmlns:a14="http://schemas.microsoft.com/office/drawing/2010/main" val="0"/>
              </a:ext>
            </a:extLst>
          </a:blip>
          <a:srcRect r="2090" b="29413"/>
          <a:stretch>
            <a:fillRect/>
          </a:stretch>
        </p:blipFill>
        <p:spPr>
          <a:xfrm>
            <a:off x="63262" y="97767"/>
            <a:ext cx="933322" cy="672860"/>
          </a:xfrm>
          <a:prstGeom prst="ellipse">
            <a:avLst/>
          </a:prstGeom>
        </p:spPr>
      </p:pic>
      <p:grpSp>
        <p:nvGrpSpPr>
          <p:cNvPr id="2" name="Group 1">
            <a:extLst>
              <a:ext uri="{FF2B5EF4-FFF2-40B4-BE49-F238E27FC236}">
                <a16:creationId xmlns:a16="http://schemas.microsoft.com/office/drawing/2014/main" id="{A39CC9AE-F2E7-032A-4C19-8E560D95CE72}"/>
              </a:ext>
            </a:extLst>
          </p:cNvPr>
          <p:cNvGrpSpPr/>
          <p:nvPr/>
        </p:nvGrpSpPr>
        <p:grpSpPr>
          <a:xfrm>
            <a:off x="10058400" y="220121"/>
            <a:ext cx="2064154" cy="471790"/>
            <a:chOff x="8931651" y="18836"/>
            <a:chExt cx="3012622" cy="781162"/>
          </a:xfrm>
        </p:grpSpPr>
        <p:sp>
          <p:nvSpPr>
            <p:cNvPr id="19" name="TextBox 18">
              <a:extLst>
                <a:ext uri="{FF2B5EF4-FFF2-40B4-BE49-F238E27FC236}">
                  <a16:creationId xmlns:a16="http://schemas.microsoft.com/office/drawing/2014/main" id="{D77B1992-05EE-FB86-A35B-61E80EDA7E0F}"/>
                </a:ext>
              </a:extLst>
            </p:cNvPr>
            <p:cNvSpPr txBox="1"/>
            <p:nvPr/>
          </p:nvSpPr>
          <p:spPr>
            <a:xfrm>
              <a:off x="8984720" y="18836"/>
              <a:ext cx="2906486" cy="611518"/>
            </a:xfrm>
            <a:prstGeom prst="rect">
              <a:avLst/>
            </a:prstGeom>
            <a:noFill/>
          </p:spPr>
          <p:txBody>
            <a:bodyPr wrap="square" rtlCol="0">
              <a:spAutoFit/>
            </a:bodyPr>
            <a:lstStyle/>
            <a:p>
              <a:r>
                <a:rPr lang="en-US" b="1" dirty="0">
                  <a:latin typeface="Copperplate Gothic Bold" panose="020E0705020206020404" pitchFamily="34" charset="0"/>
                </a:rPr>
                <a:t>Meet </a:t>
              </a:r>
              <a:r>
                <a:rPr lang="en-US" b="1" dirty="0">
                  <a:solidFill>
                    <a:schemeClr val="tx2">
                      <a:lumMod val="50000"/>
                      <a:lumOff val="50000"/>
                    </a:schemeClr>
                  </a:solidFill>
                  <a:latin typeface="Copperplate Gothic Bold" panose="020E0705020206020404" pitchFamily="34" charset="0"/>
                </a:rPr>
                <a:t>Minutes</a:t>
              </a:r>
              <a:endParaRPr lang="en-IN" b="1" dirty="0">
                <a:solidFill>
                  <a:schemeClr val="tx2">
                    <a:lumMod val="50000"/>
                    <a:lumOff val="50000"/>
                  </a:schemeClr>
                </a:solidFill>
                <a:latin typeface="Copperplate Gothic Bold" panose="020E0705020206020404" pitchFamily="34" charset="0"/>
              </a:endParaRPr>
            </a:p>
          </p:txBody>
        </p:sp>
        <p:sp>
          <p:nvSpPr>
            <p:cNvPr id="20" name="TextBox 19">
              <a:extLst>
                <a:ext uri="{FF2B5EF4-FFF2-40B4-BE49-F238E27FC236}">
                  <a16:creationId xmlns:a16="http://schemas.microsoft.com/office/drawing/2014/main" id="{10C4DB6A-FA83-5B28-B611-20F14B5D5CCD}"/>
                </a:ext>
              </a:extLst>
            </p:cNvPr>
            <p:cNvSpPr txBox="1"/>
            <p:nvPr/>
          </p:nvSpPr>
          <p:spPr>
            <a:xfrm>
              <a:off x="8931651" y="468759"/>
              <a:ext cx="3012622" cy="331239"/>
            </a:xfrm>
            <a:prstGeom prst="rect">
              <a:avLst/>
            </a:prstGeom>
            <a:noFill/>
          </p:spPr>
          <p:txBody>
            <a:bodyPr wrap="square" rtlCol="0">
              <a:spAutoFit/>
            </a:bodyPr>
            <a:lstStyle/>
            <a:p>
              <a:r>
                <a:rPr lang="en-US" sz="700" dirty="0"/>
                <a:t>Summarize  -  Extract Minutes  -  Manage Tasks</a:t>
              </a:r>
              <a:endParaRPr lang="en-IN" sz="700" dirty="0"/>
            </a:p>
          </p:txBody>
        </p:sp>
      </p:grpSp>
      <p:sp>
        <p:nvSpPr>
          <p:cNvPr id="3" name="TextBox 2">
            <a:extLst>
              <a:ext uri="{FF2B5EF4-FFF2-40B4-BE49-F238E27FC236}">
                <a16:creationId xmlns:a16="http://schemas.microsoft.com/office/drawing/2014/main" id="{93EDCCAF-4FE7-E51A-C986-90DAE7F0FFAE}"/>
              </a:ext>
            </a:extLst>
          </p:cNvPr>
          <p:cNvSpPr txBox="1"/>
          <p:nvPr/>
        </p:nvSpPr>
        <p:spPr>
          <a:xfrm>
            <a:off x="5025801" y="154295"/>
            <a:ext cx="2131930" cy="523220"/>
          </a:xfrm>
          <a:prstGeom prst="rect">
            <a:avLst/>
          </a:prstGeom>
          <a:noFill/>
        </p:spPr>
        <p:txBody>
          <a:bodyPr wrap="square" rtlCol="0">
            <a:spAutoFit/>
          </a:bodyPr>
          <a:lstStyle/>
          <a:p>
            <a:r>
              <a:rPr lang="en-US" sz="2800" dirty="0">
                <a:latin typeface="Copperplate Gothic Bold" panose="020E0705020206020404" pitchFamily="34" charset="0"/>
              </a:rPr>
              <a:t>Abstract</a:t>
            </a:r>
            <a:endParaRPr lang="en-IN" sz="2800" dirty="0">
              <a:latin typeface="Copperplate Gothic Bold" panose="020E0705020206020404" pitchFamily="34" charset="0"/>
            </a:endParaRPr>
          </a:p>
        </p:txBody>
      </p:sp>
      <p:sp>
        <p:nvSpPr>
          <p:cNvPr id="4" name="TextBox 3">
            <a:extLst>
              <a:ext uri="{FF2B5EF4-FFF2-40B4-BE49-F238E27FC236}">
                <a16:creationId xmlns:a16="http://schemas.microsoft.com/office/drawing/2014/main" id="{DA1E0367-AC40-4F54-6F20-22BBA859E4C5}"/>
              </a:ext>
            </a:extLst>
          </p:cNvPr>
          <p:cNvSpPr txBox="1"/>
          <p:nvPr/>
        </p:nvSpPr>
        <p:spPr>
          <a:xfrm>
            <a:off x="933324" y="1069676"/>
            <a:ext cx="10325354" cy="3970318"/>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Meet Minutes is an AI-powered web application designed to automate the process of documenting meetings and managing tasks.</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Traditional meeting documentation requires manual note-taking, which can be time-consuming and may result in the loss of important information. The Proposed system allows users to create and manage meetings, add participants, record or provide meeting transcripts, and generate organized meeting minutes. The AI component analyses the meeting content and identifies key information such as the meeting summary, important discussion points, decisions made, action items, assigned participants, and deadlines. The extracted action items can then be converted into tasks and tracked through different stages such as pending, in progress, and completed. </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The system integrates a </a:t>
            </a:r>
            <a:r>
              <a:rPr lang="en-IN" b="1" i="1" dirty="0">
                <a:latin typeface="Times New Roman" panose="02020603050405020304" pitchFamily="18" charset="0"/>
                <a:cs typeface="Times New Roman" panose="02020603050405020304" pitchFamily="18" charset="0"/>
              </a:rPr>
              <a:t>React.js</a:t>
            </a:r>
            <a:r>
              <a:rPr lang="en-IN" dirty="0">
                <a:latin typeface="Times New Roman" panose="02020603050405020304" pitchFamily="18" charset="0"/>
                <a:cs typeface="Times New Roman" panose="02020603050405020304" pitchFamily="18" charset="0"/>
              </a:rPr>
              <a:t> frontend, </a:t>
            </a:r>
            <a:r>
              <a:rPr lang="en-IN" b="1" i="1" dirty="0">
                <a:latin typeface="Times New Roman" panose="02020603050405020304" pitchFamily="18" charset="0"/>
                <a:cs typeface="Times New Roman" panose="02020603050405020304" pitchFamily="18" charset="0"/>
              </a:rPr>
              <a:t>Java Spring Boot </a:t>
            </a:r>
            <a:r>
              <a:rPr lang="en-IN" dirty="0">
                <a:latin typeface="Times New Roman" panose="02020603050405020304" pitchFamily="18" charset="0"/>
                <a:cs typeface="Times New Roman" panose="02020603050405020304" pitchFamily="18" charset="0"/>
              </a:rPr>
              <a:t>backend, </a:t>
            </a:r>
            <a:r>
              <a:rPr lang="en-IN" b="1" i="1" dirty="0">
                <a:latin typeface="Times New Roman" panose="02020603050405020304" pitchFamily="18" charset="0"/>
                <a:cs typeface="Times New Roman" panose="02020603050405020304" pitchFamily="18" charset="0"/>
              </a:rPr>
              <a:t>PostgreSQL</a:t>
            </a:r>
            <a:r>
              <a:rPr lang="en-IN" dirty="0">
                <a:latin typeface="Times New Roman" panose="02020603050405020304" pitchFamily="18" charset="0"/>
                <a:cs typeface="Times New Roman" panose="02020603050405020304" pitchFamily="18" charset="0"/>
              </a:rPr>
              <a:t> database, and Whisper-based speech transcription. It provides a centralized platform for managing meeting records and tracking tasks.</a:t>
            </a:r>
          </a:p>
        </p:txBody>
      </p:sp>
      <p:cxnSp>
        <p:nvCxnSpPr>
          <p:cNvPr id="6" name="Straight Connector 5">
            <a:extLst>
              <a:ext uri="{FF2B5EF4-FFF2-40B4-BE49-F238E27FC236}">
                <a16:creationId xmlns:a16="http://schemas.microsoft.com/office/drawing/2014/main" id="{2BA8F0F7-68B1-4D18-55F6-EB7D2047C2E6}"/>
              </a:ext>
            </a:extLst>
          </p:cNvPr>
          <p:cNvCxnSpPr>
            <a:cxnSpLocks/>
          </p:cNvCxnSpPr>
          <p:nvPr/>
        </p:nvCxnSpPr>
        <p:spPr>
          <a:xfrm>
            <a:off x="5065766" y="691911"/>
            <a:ext cx="2052000"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7" name="Slide Number Placeholder 6">
            <a:extLst>
              <a:ext uri="{FF2B5EF4-FFF2-40B4-BE49-F238E27FC236}">
                <a16:creationId xmlns:a16="http://schemas.microsoft.com/office/drawing/2014/main" id="{5C55E70F-2992-8AE1-2EDC-EFE72917EBFC}"/>
              </a:ext>
            </a:extLst>
          </p:cNvPr>
          <p:cNvSpPr>
            <a:spLocks noGrp="1"/>
          </p:cNvSpPr>
          <p:nvPr>
            <p:ph type="sldNum" sz="quarter" idx="12"/>
          </p:nvPr>
        </p:nvSpPr>
        <p:spPr/>
        <p:txBody>
          <a:bodyPr/>
          <a:lstStyle/>
          <a:p>
            <a:fld id="{A53F6252-FAEC-4C37-BB0C-C6F407600717}" type="slidenum">
              <a:rPr lang="en-IN" smtClean="0">
                <a:solidFill>
                  <a:schemeClr val="tx1"/>
                </a:solidFill>
              </a:rPr>
              <a:t>4</a:t>
            </a:fld>
            <a:endParaRPr lang="en-IN" dirty="0">
              <a:solidFill>
                <a:schemeClr val="tx1"/>
              </a:solidFill>
            </a:endParaRPr>
          </a:p>
        </p:txBody>
      </p:sp>
      <p:sp>
        <p:nvSpPr>
          <p:cNvPr id="8" name="Date Placeholder 7">
            <a:extLst>
              <a:ext uri="{FF2B5EF4-FFF2-40B4-BE49-F238E27FC236}">
                <a16:creationId xmlns:a16="http://schemas.microsoft.com/office/drawing/2014/main" id="{F81D53FB-6224-7C0E-226B-10927B9B04E2}"/>
              </a:ext>
            </a:extLst>
          </p:cNvPr>
          <p:cNvSpPr>
            <a:spLocks noGrp="1"/>
          </p:cNvSpPr>
          <p:nvPr>
            <p:ph type="dt" sz="half" idx="10"/>
          </p:nvPr>
        </p:nvSpPr>
        <p:spPr/>
        <p:txBody>
          <a:bodyPr/>
          <a:lstStyle/>
          <a:p>
            <a:r>
              <a:rPr lang="en-US">
                <a:solidFill>
                  <a:schemeClr val="tx1"/>
                </a:solidFill>
              </a:rPr>
              <a:t>DRC Presentation - 1</a:t>
            </a:r>
            <a:endParaRPr lang="en-IN">
              <a:solidFill>
                <a:schemeClr val="tx1"/>
              </a:solidFill>
            </a:endParaRPr>
          </a:p>
        </p:txBody>
      </p:sp>
      <p:sp>
        <p:nvSpPr>
          <p:cNvPr id="11" name="Rectangle: Rounded Corners 10">
            <a:extLst>
              <a:ext uri="{FF2B5EF4-FFF2-40B4-BE49-F238E27FC236}">
                <a16:creationId xmlns:a16="http://schemas.microsoft.com/office/drawing/2014/main" id="{3E38C24F-78E2-7CA0-6432-6E426D71815F}"/>
              </a:ext>
            </a:extLst>
          </p:cNvPr>
          <p:cNvSpPr/>
          <p:nvPr/>
        </p:nvSpPr>
        <p:spPr>
          <a:xfrm>
            <a:off x="92015" y="109268"/>
            <a:ext cx="12019472" cy="6648807"/>
          </a:xfrm>
          <a:prstGeom prst="roundRect">
            <a:avLst>
              <a:gd name="adj" fmla="val 4212"/>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0949441"/>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E5378-3F4A-E582-B6B6-FFF80E8F5B77}"/>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001AD326-2DB5-0942-4FC6-32DDB910F629}"/>
              </a:ext>
            </a:extLst>
          </p:cNvPr>
          <p:cNvPicPr>
            <a:picLocks noChangeAspect="1"/>
          </p:cNvPicPr>
          <p:nvPr/>
        </p:nvPicPr>
        <p:blipFill>
          <a:blip r:embed="rId3">
            <a:extLst>
              <a:ext uri="{28A0092B-C50C-407E-A947-70E740481C1C}">
                <a14:useLocalDpi xmlns:a14="http://schemas.microsoft.com/office/drawing/2010/main" val="0"/>
              </a:ext>
            </a:extLst>
          </a:blip>
          <a:srcRect r="2090" b="29413"/>
          <a:stretch>
            <a:fillRect/>
          </a:stretch>
        </p:blipFill>
        <p:spPr>
          <a:xfrm>
            <a:off x="63262" y="97767"/>
            <a:ext cx="933322" cy="672860"/>
          </a:xfrm>
          <a:prstGeom prst="ellipse">
            <a:avLst/>
          </a:prstGeom>
        </p:spPr>
      </p:pic>
      <p:sp>
        <p:nvSpPr>
          <p:cNvPr id="3" name="TextBox 2">
            <a:extLst>
              <a:ext uri="{FF2B5EF4-FFF2-40B4-BE49-F238E27FC236}">
                <a16:creationId xmlns:a16="http://schemas.microsoft.com/office/drawing/2014/main" id="{F60EC896-5D18-8D05-B772-0768AC643047}"/>
              </a:ext>
            </a:extLst>
          </p:cNvPr>
          <p:cNvSpPr txBox="1"/>
          <p:nvPr/>
        </p:nvSpPr>
        <p:spPr>
          <a:xfrm>
            <a:off x="4654865" y="168691"/>
            <a:ext cx="2873801" cy="523220"/>
          </a:xfrm>
          <a:prstGeom prst="rect">
            <a:avLst/>
          </a:prstGeom>
          <a:noFill/>
        </p:spPr>
        <p:txBody>
          <a:bodyPr wrap="square" rtlCol="0">
            <a:spAutoFit/>
          </a:bodyPr>
          <a:lstStyle/>
          <a:p>
            <a:r>
              <a:rPr lang="en-US" sz="2800" dirty="0">
                <a:latin typeface="Copperplate Gothic Bold" panose="020E0705020206020404" pitchFamily="34" charset="0"/>
              </a:rPr>
              <a:t>Introduction</a:t>
            </a:r>
            <a:endParaRPr lang="en-IN" sz="2800" dirty="0">
              <a:latin typeface="Copperplate Gothic Bold" panose="020E0705020206020404" pitchFamily="34" charset="0"/>
            </a:endParaRPr>
          </a:p>
        </p:txBody>
      </p:sp>
      <p:sp>
        <p:nvSpPr>
          <p:cNvPr id="4" name="TextBox 3">
            <a:extLst>
              <a:ext uri="{FF2B5EF4-FFF2-40B4-BE49-F238E27FC236}">
                <a16:creationId xmlns:a16="http://schemas.microsoft.com/office/drawing/2014/main" id="{4EA129BB-6BE8-020C-91B9-9E14520A3B15}"/>
              </a:ext>
            </a:extLst>
          </p:cNvPr>
          <p:cNvSpPr txBox="1"/>
          <p:nvPr/>
        </p:nvSpPr>
        <p:spPr>
          <a:xfrm>
            <a:off x="933324" y="1069676"/>
            <a:ext cx="10325354" cy="3693319"/>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Meetings are an important part of academic institutions, organizations, and businesses. Important decisions, discussions, and responsibilities are often shared during meetings.</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However, manually documenting meeting information can create several challenges:</a:t>
            </a:r>
          </a:p>
          <a:p>
            <a:pPr algn="just"/>
            <a:endParaRPr lang="en-IN" dirty="0">
              <a:latin typeface="Times New Roman" panose="02020603050405020304" pitchFamily="18" charset="0"/>
              <a:cs typeface="Times New Roman" panose="02020603050405020304" pitchFamily="18" charset="0"/>
            </a:endParaRPr>
          </a:p>
          <a:p>
            <a:pPr marL="742950" lvl="1"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Difficulty in recording all important discussions.</a:t>
            </a:r>
          </a:p>
          <a:p>
            <a:pPr marL="742950" lvl="1"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Time-consuming manual documentation.</a:t>
            </a:r>
          </a:p>
          <a:p>
            <a:pPr marL="742950" lvl="1"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Important action items may be forgotten.</a:t>
            </a:r>
          </a:p>
          <a:p>
            <a:pPr marL="742950" lvl="1"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Lack of centralized meeting records.</a:t>
            </a:r>
          </a:p>
          <a:p>
            <a:pPr marL="742950" lvl="1"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Difficulty tracking task assignments and deadlines.</a:t>
            </a:r>
          </a:p>
          <a:p>
            <a:pPr lvl="1"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Meet Minutes aims to simplify this process by combining meeting documentation, speech transcription, and task management in a single web-based application.</a:t>
            </a:r>
          </a:p>
        </p:txBody>
      </p:sp>
      <p:cxnSp>
        <p:nvCxnSpPr>
          <p:cNvPr id="6" name="Straight Connector 5">
            <a:extLst>
              <a:ext uri="{FF2B5EF4-FFF2-40B4-BE49-F238E27FC236}">
                <a16:creationId xmlns:a16="http://schemas.microsoft.com/office/drawing/2014/main" id="{42C0F6FB-A665-28C2-CA3E-3BAF1E2733C3}"/>
              </a:ext>
            </a:extLst>
          </p:cNvPr>
          <p:cNvCxnSpPr>
            <a:cxnSpLocks/>
          </p:cNvCxnSpPr>
          <p:nvPr/>
        </p:nvCxnSpPr>
        <p:spPr>
          <a:xfrm>
            <a:off x="4682943" y="733245"/>
            <a:ext cx="2772000"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7" name="Slide Number Placeholder 6">
            <a:extLst>
              <a:ext uri="{FF2B5EF4-FFF2-40B4-BE49-F238E27FC236}">
                <a16:creationId xmlns:a16="http://schemas.microsoft.com/office/drawing/2014/main" id="{9D670647-065B-F156-104B-B6DDD02E14E7}"/>
              </a:ext>
            </a:extLst>
          </p:cNvPr>
          <p:cNvSpPr>
            <a:spLocks noGrp="1"/>
          </p:cNvSpPr>
          <p:nvPr>
            <p:ph type="sldNum" sz="quarter" idx="12"/>
          </p:nvPr>
        </p:nvSpPr>
        <p:spPr/>
        <p:txBody>
          <a:bodyPr/>
          <a:lstStyle/>
          <a:p>
            <a:fld id="{A53F6252-FAEC-4C37-BB0C-C6F407600717}" type="slidenum">
              <a:rPr lang="en-IN" smtClean="0">
                <a:solidFill>
                  <a:schemeClr val="tx1"/>
                </a:solidFill>
              </a:rPr>
              <a:t>5</a:t>
            </a:fld>
            <a:endParaRPr lang="en-IN" dirty="0">
              <a:solidFill>
                <a:schemeClr val="tx1"/>
              </a:solidFill>
            </a:endParaRPr>
          </a:p>
        </p:txBody>
      </p:sp>
      <p:sp>
        <p:nvSpPr>
          <p:cNvPr id="8" name="Date Placeholder 7">
            <a:extLst>
              <a:ext uri="{FF2B5EF4-FFF2-40B4-BE49-F238E27FC236}">
                <a16:creationId xmlns:a16="http://schemas.microsoft.com/office/drawing/2014/main" id="{DAF0CED0-686C-44FA-8B4E-AB9BDB434EF2}"/>
              </a:ext>
            </a:extLst>
          </p:cNvPr>
          <p:cNvSpPr>
            <a:spLocks noGrp="1"/>
          </p:cNvSpPr>
          <p:nvPr>
            <p:ph type="dt" sz="half" idx="10"/>
          </p:nvPr>
        </p:nvSpPr>
        <p:spPr/>
        <p:txBody>
          <a:bodyPr/>
          <a:lstStyle/>
          <a:p>
            <a:r>
              <a:rPr lang="en-US">
                <a:solidFill>
                  <a:schemeClr val="tx1"/>
                </a:solidFill>
              </a:rPr>
              <a:t>DRC Presentation - 1</a:t>
            </a:r>
            <a:endParaRPr lang="en-IN">
              <a:solidFill>
                <a:schemeClr val="tx1"/>
              </a:solidFill>
            </a:endParaRPr>
          </a:p>
        </p:txBody>
      </p:sp>
      <p:grpSp>
        <p:nvGrpSpPr>
          <p:cNvPr id="10" name="Group 9">
            <a:extLst>
              <a:ext uri="{FF2B5EF4-FFF2-40B4-BE49-F238E27FC236}">
                <a16:creationId xmlns:a16="http://schemas.microsoft.com/office/drawing/2014/main" id="{40A5E600-110D-CF3C-1F0D-42AF0106BB24}"/>
              </a:ext>
            </a:extLst>
          </p:cNvPr>
          <p:cNvGrpSpPr/>
          <p:nvPr/>
        </p:nvGrpSpPr>
        <p:grpSpPr>
          <a:xfrm>
            <a:off x="10058400" y="220121"/>
            <a:ext cx="2064154" cy="471790"/>
            <a:chOff x="8931651" y="18836"/>
            <a:chExt cx="3012622" cy="781162"/>
          </a:xfrm>
        </p:grpSpPr>
        <p:sp>
          <p:nvSpPr>
            <p:cNvPr id="11" name="TextBox 10">
              <a:extLst>
                <a:ext uri="{FF2B5EF4-FFF2-40B4-BE49-F238E27FC236}">
                  <a16:creationId xmlns:a16="http://schemas.microsoft.com/office/drawing/2014/main" id="{36A55DF9-1C29-6320-00E5-92BA0F194A88}"/>
                </a:ext>
              </a:extLst>
            </p:cNvPr>
            <p:cNvSpPr txBox="1"/>
            <p:nvPr/>
          </p:nvSpPr>
          <p:spPr>
            <a:xfrm>
              <a:off x="8984720" y="18836"/>
              <a:ext cx="2906486" cy="611518"/>
            </a:xfrm>
            <a:prstGeom prst="rect">
              <a:avLst/>
            </a:prstGeom>
            <a:noFill/>
          </p:spPr>
          <p:txBody>
            <a:bodyPr wrap="square" rtlCol="0">
              <a:spAutoFit/>
            </a:bodyPr>
            <a:lstStyle/>
            <a:p>
              <a:r>
                <a:rPr lang="en-US" b="1" dirty="0">
                  <a:latin typeface="Copperplate Gothic Bold" panose="020E0705020206020404" pitchFamily="34" charset="0"/>
                </a:rPr>
                <a:t>Meet </a:t>
              </a:r>
              <a:r>
                <a:rPr lang="en-US" b="1" dirty="0">
                  <a:solidFill>
                    <a:schemeClr val="tx2">
                      <a:lumMod val="50000"/>
                      <a:lumOff val="50000"/>
                    </a:schemeClr>
                  </a:solidFill>
                  <a:latin typeface="Copperplate Gothic Bold" panose="020E0705020206020404" pitchFamily="34" charset="0"/>
                </a:rPr>
                <a:t>Minutes</a:t>
              </a:r>
              <a:endParaRPr lang="en-IN" b="1" dirty="0">
                <a:solidFill>
                  <a:schemeClr val="tx2">
                    <a:lumMod val="50000"/>
                    <a:lumOff val="50000"/>
                  </a:schemeClr>
                </a:solidFill>
                <a:latin typeface="Copperplate Gothic Bold" panose="020E0705020206020404" pitchFamily="34" charset="0"/>
              </a:endParaRPr>
            </a:p>
          </p:txBody>
        </p:sp>
        <p:sp>
          <p:nvSpPr>
            <p:cNvPr id="12" name="TextBox 11">
              <a:extLst>
                <a:ext uri="{FF2B5EF4-FFF2-40B4-BE49-F238E27FC236}">
                  <a16:creationId xmlns:a16="http://schemas.microsoft.com/office/drawing/2014/main" id="{5E1219CD-2C25-2463-7A9E-107DC2A59918}"/>
                </a:ext>
              </a:extLst>
            </p:cNvPr>
            <p:cNvSpPr txBox="1"/>
            <p:nvPr/>
          </p:nvSpPr>
          <p:spPr>
            <a:xfrm>
              <a:off x="8931651" y="468759"/>
              <a:ext cx="3012622" cy="331239"/>
            </a:xfrm>
            <a:prstGeom prst="rect">
              <a:avLst/>
            </a:prstGeom>
            <a:noFill/>
          </p:spPr>
          <p:txBody>
            <a:bodyPr wrap="square" rtlCol="0">
              <a:spAutoFit/>
            </a:bodyPr>
            <a:lstStyle/>
            <a:p>
              <a:r>
                <a:rPr lang="en-US" sz="700" dirty="0"/>
                <a:t>Summarize  -  Extract Minutes  -  Manage Tasks</a:t>
              </a:r>
              <a:endParaRPr lang="en-IN" sz="700" dirty="0"/>
            </a:p>
          </p:txBody>
        </p:sp>
      </p:grpSp>
      <p:sp>
        <p:nvSpPr>
          <p:cNvPr id="15" name="Rectangle: Rounded Corners 14">
            <a:extLst>
              <a:ext uri="{FF2B5EF4-FFF2-40B4-BE49-F238E27FC236}">
                <a16:creationId xmlns:a16="http://schemas.microsoft.com/office/drawing/2014/main" id="{3C71561D-B5F9-9533-7EFE-95912CE2FC74}"/>
              </a:ext>
            </a:extLst>
          </p:cNvPr>
          <p:cNvSpPr/>
          <p:nvPr/>
        </p:nvSpPr>
        <p:spPr>
          <a:xfrm>
            <a:off x="92015" y="109268"/>
            <a:ext cx="12019472" cy="6648807"/>
          </a:xfrm>
          <a:prstGeom prst="roundRect">
            <a:avLst>
              <a:gd name="adj" fmla="val 4212"/>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740181155"/>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2FD75-3F90-407F-7F93-3AB38CFC1557}"/>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2BEF42B5-8F91-2462-DB80-91BC3C6AFFC6}"/>
              </a:ext>
            </a:extLst>
          </p:cNvPr>
          <p:cNvPicPr>
            <a:picLocks noChangeAspect="1"/>
          </p:cNvPicPr>
          <p:nvPr/>
        </p:nvPicPr>
        <p:blipFill>
          <a:blip r:embed="rId3">
            <a:extLst>
              <a:ext uri="{28A0092B-C50C-407E-A947-70E740481C1C}">
                <a14:useLocalDpi xmlns:a14="http://schemas.microsoft.com/office/drawing/2010/main" val="0"/>
              </a:ext>
            </a:extLst>
          </a:blip>
          <a:srcRect r="2090" b="29413"/>
          <a:stretch>
            <a:fillRect/>
          </a:stretch>
        </p:blipFill>
        <p:spPr>
          <a:xfrm>
            <a:off x="63262" y="97767"/>
            <a:ext cx="933322" cy="672860"/>
          </a:xfrm>
          <a:prstGeom prst="ellipse">
            <a:avLst/>
          </a:prstGeom>
        </p:spPr>
      </p:pic>
      <p:sp>
        <p:nvSpPr>
          <p:cNvPr id="3" name="TextBox 2">
            <a:extLst>
              <a:ext uri="{FF2B5EF4-FFF2-40B4-BE49-F238E27FC236}">
                <a16:creationId xmlns:a16="http://schemas.microsoft.com/office/drawing/2014/main" id="{EC4C3AD7-C49B-C157-B6DF-4C8C9E3E036E}"/>
              </a:ext>
            </a:extLst>
          </p:cNvPr>
          <p:cNvSpPr txBox="1"/>
          <p:nvPr/>
        </p:nvSpPr>
        <p:spPr>
          <a:xfrm>
            <a:off x="4416200" y="188801"/>
            <a:ext cx="3351131" cy="523220"/>
          </a:xfrm>
          <a:prstGeom prst="rect">
            <a:avLst/>
          </a:prstGeom>
          <a:noFill/>
        </p:spPr>
        <p:txBody>
          <a:bodyPr wrap="square" rtlCol="0">
            <a:spAutoFit/>
          </a:bodyPr>
          <a:lstStyle/>
          <a:p>
            <a:r>
              <a:rPr lang="en-US" sz="2800" dirty="0">
                <a:latin typeface="Copperplate Gothic Bold" panose="020E0705020206020404" pitchFamily="34" charset="0"/>
              </a:rPr>
              <a:t>Existing System</a:t>
            </a:r>
            <a:endParaRPr lang="en-IN" sz="2800" dirty="0">
              <a:latin typeface="Copperplate Gothic Bold" panose="020E0705020206020404" pitchFamily="34" charset="0"/>
            </a:endParaRPr>
          </a:p>
        </p:txBody>
      </p:sp>
      <p:sp>
        <p:nvSpPr>
          <p:cNvPr id="4" name="TextBox 3">
            <a:extLst>
              <a:ext uri="{FF2B5EF4-FFF2-40B4-BE49-F238E27FC236}">
                <a16:creationId xmlns:a16="http://schemas.microsoft.com/office/drawing/2014/main" id="{9E9910C0-62B1-C46B-37D4-07F69B9E37AC}"/>
              </a:ext>
            </a:extLst>
          </p:cNvPr>
          <p:cNvSpPr txBox="1"/>
          <p:nvPr/>
        </p:nvSpPr>
        <p:spPr>
          <a:xfrm>
            <a:off x="933324" y="1069676"/>
            <a:ext cx="10325354" cy="4524315"/>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In the existing approach, meeting information is generally documented using manual notes, text documents, or separate communication and task-management tools.</a:t>
            </a:r>
          </a:p>
          <a:p>
            <a:pPr algn="just"/>
            <a:endParaRPr lang="en-IN" dirty="0">
              <a:latin typeface="Times New Roman" panose="02020603050405020304" pitchFamily="18" charset="0"/>
              <a:cs typeface="Times New Roman" panose="02020603050405020304" pitchFamily="18" charset="0"/>
            </a:endParaRPr>
          </a:p>
          <a:p>
            <a:pPr lvl="1" algn="just"/>
            <a:r>
              <a:rPr lang="en-IN" dirty="0">
                <a:latin typeface="Times New Roman" panose="02020603050405020304" pitchFamily="18" charset="0"/>
                <a:cs typeface="Times New Roman" panose="02020603050405020304" pitchFamily="18" charset="0"/>
              </a:rPr>
              <a:t>Manual note-taking</a:t>
            </a:r>
          </a:p>
          <a:p>
            <a:pPr lvl="1" algn="just"/>
            <a:r>
              <a:rPr lang="en-IN" dirty="0">
                <a:latin typeface="Times New Roman" panose="02020603050405020304" pitchFamily="18" charset="0"/>
                <a:cs typeface="Times New Roman" panose="02020603050405020304" pitchFamily="18" charset="0"/>
              </a:rPr>
              <a:t>Separate document storage</a:t>
            </a:r>
          </a:p>
          <a:p>
            <a:pPr lvl="1" algn="just"/>
            <a:r>
              <a:rPr lang="en-IN" dirty="0">
                <a:latin typeface="Times New Roman" panose="02020603050405020304" pitchFamily="18" charset="0"/>
                <a:cs typeface="Times New Roman" panose="02020603050405020304" pitchFamily="18" charset="0"/>
              </a:rPr>
              <a:t>Information distributed across communication platforms</a:t>
            </a:r>
          </a:p>
          <a:p>
            <a:pPr lvl="1" algn="just"/>
            <a:r>
              <a:rPr lang="en-IN" dirty="0">
                <a:latin typeface="Times New Roman" panose="02020603050405020304" pitchFamily="18" charset="0"/>
                <a:cs typeface="Times New Roman" panose="02020603050405020304" pitchFamily="18" charset="0"/>
              </a:rPr>
              <a:t>Manual task tracking</a:t>
            </a:r>
          </a:p>
          <a:p>
            <a:pPr lvl="1" algn="just"/>
            <a:endParaRPr lang="en-IN"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Limitations</a:t>
            </a:r>
          </a:p>
          <a:p>
            <a:pPr algn="just"/>
            <a:endParaRPr lang="en-IN"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Requires considerable manual effort.</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Meeting notes may be incomplete or inconsistent.</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Extracting action items is a manual process.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Task ownership and deadlines may not be tracked effectively.</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Meeting information may be distributed across multiple applications.</a:t>
            </a:r>
          </a:p>
          <a:p>
            <a:pPr marL="28575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Audio recordings are not automatically converted into structured minutes.</a:t>
            </a:r>
          </a:p>
        </p:txBody>
      </p:sp>
      <p:cxnSp>
        <p:nvCxnSpPr>
          <p:cNvPr id="6" name="Straight Connector 5">
            <a:extLst>
              <a:ext uri="{FF2B5EF4-FFF2-40B4-BE49-F238E27FC236}">
                <a16:creationId xmlns:a16="http://schemas.microsoft.com/office/drawing/2014/main" id="{831DE56B-1AFD-3AFD-BE7C-7A3CC64EF605}"/>
              </a:ext>
            </a:extLst>
          </p:cNvPr>
          <p:cNvCxnSpPr>
            <a:cxnSpLocks/>
          </p:cNvCxnSpPr>
          <p:nvPr/>
        </p:nvCxnSpPr>
        <p:spPr>
          <a:xfrm>
            <a:off x="4418386" y="733245"/>
            <a:ext cx="3240000"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877ADAB1-56BE-7E47-EC97-5254C9B57344}"/>
              </a:ext>
            </a:extLst>
          </p:cNvPr>
          <p:cNvCxnSpPr>
            <a:cxnSpLocks/>
          </p:cNvCxnSpPr>
          <p:nvPr/>
        </p:nvCxnSpPr>
        <p:spPr>
          <a:xfrm>
            <a:off x="979331" y="3646098"/>
            <a:ext cx="1321046"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10" name="Graphic 9" descr="Checklist with solid fill">
            <a:extLst>
              <a:ext uri="{FF2B5EF4-FFF2-40B4-BE49-F238E27FC236}">
                <a16:creationId xmlns:a16="http://schemas.microsoft.com/office/drawing/2014/main" id="{8BE8051B-C64C-B752-48AE-01D212A45D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8986" y="2780340"/>
            <a:ext cx="225724" cy="225724"/>
          </a:xfrm>
          <a:prstGeom prst="rect">
            <a:avLst/>
          </a:prstGeom>
        </p:spPr>
      </p:pic>
      <p:pic>
        <p:nvPicPr>
          <p:cNvPr id="12" name="Graphic 11" descr="Closed book with solid fill">
            <a:extLst>
              <a:ext uri="{FF2B5EF4-FFF2-40B4-BE49-F238E27FC236}">
                <a16:creationId xmlns:a16="http://schemas.microsoft.com/office/drawing/2014/main" id="{5BFA0570-A5E4-7193-0C7E-B757EE9C201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5624" y="1988994"/>
            <a:ext cx="207868" cy="207868"/>
          </a:xfrm>
          <a:prstGeom prst="rect">
            <a:avLst/>
          </a:prstGeom>
        </p:spPr>
      </p:pic>
      <p:pic>
        <p:nvPicPr>
          <p:cNvPr id="8" name="Graphic 7" descr="Pencil with solid fill">
            <a:extLst>
              <a:ext uri="{FF2B5EF4-FFF2-40B4-BE49-F238E27FC236}">
                <a16:creationId xmlns:a16="http://schemas.microsoft.com/office/drawing/2014/main" id="{0FBB0615-9603-27E3-6578-605145378EB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6696" y="1988994"/>
            <a:ext cx="225724" cy="225724"/>
          </a:xfrm>
          <a:prstGeom prst="rect">
            <a:avLst/>
          </a:prstGeom>
        </p:spPr>
      </p:pic>
      <p:pic>
        <p:nvPicPr>
          <p:cNvPr id="9" name="Graphic 8" descr="Database with solid fill">
            <a:extLst>
              <a:ext uri="{FF2B5EF4-FFF2-40B4-BE49-F238E27FC236}">
                <a16:creationId xmlns:a16="http://schemas.microsoft.com/office/drawing/2014/main" id="{20057C3B-E9E8-86F6-6C1E-F798F218F5C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50866" y="2248783"/>
            <a:ext cx="218976" cy="218976"/>
          </a:xfrm>
          <a:prstGeom prst="rect">
            <a:avLst/>
          </a:prstGeom>
        </p:spPr>
      </p:pic>
      <p:pic>
        <p:nvPicPr>
          <p:cNvPr id="13" name="Graphic 12" descr="Chat with solid fill">
            <a:extLst>
              <a:ext uri="{FF2B5EF4-FFF2-40B4-BE49-F238E27FC236}">
                <a16:creationId xmlns:a16="http://schemas.microsoft.com/office/drawing/2014/main" id="{070D5B58-3923-BB2D-2740-938FE55A8D4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47492" y="2527184"/>
            <a:ext cx="225724" cy="225724"/>
          </a:xfrm>
          <a:prstGeom prst="rect">
            <a:avLst/>
          </a:prstGeom>
        </p:spPr>
      </p:pic>
      <p:sp>
        <p:nvSpPr>
          <p:cNvPr id="7" name="Slide Number Placeholder 6">
            <a:extLst>
              <a:ext uri="{FF2B5EF4-FFF2-40B4-BE49-F238E27FC236}">
                <a16:creationId xmlns:a16="http://schemas.microsoft.com/office/drawing/2014/main" id="{B8104963-A6BF-F4B4-AE0F-C756471C63DF}"/>
              </a:ext>
            </a:extLst>
          </p:cNvPr>
          <p:cNvSpPr>
            <a:spLocks noGrp="1"/>
          </p:cNvSpPr>
          <p:nvPr>
            <p:ph type="sldNum" sz="quarter" idx="12"/>
          </p:nvPr>
        </p:nvSpPr>
        <p:spPr/>
        <p:txBody>
          <a:bodyPr/>
          <a:lstStyle/>
          <a:p>
            <a:fld id="{A53F6252-FAEC-4C37-BB0C-C6F407600717}" type="slidenum">
              <a:rPr lang="en-IN" smtClean="0">
                <a:solidFill>
                  <a:schemeClr val="tx1"/>
                </a:solidFill>
              </a:rPr>
              <a:t>6</a:t>
            </a:fld>
            <a:endParaRPr lang="en-IN" dirty="0">
              <a:solidFill>
                <a:schemeClr val="tx1"/>
              </a:solidFill>
            </a:endParaRPr>
          </a:p>
        </p:txBody>
      </p:sp>
      <p:sp>
        <p:nvSpPr>
          <p:cNvPr id="11" name="Date Placeholder 10">
            <a:extLst>
              <a:ext uri="{FF2B5EF4-FFF2-40B4-BE49-F238E27FC236}">
                <a16:creationId xmlns:a16="http://schemas.microsoft.com/office/drawing/2014/main" id="{AFF8FBEC-CE85-EB9C-107B-36026DB40C56}"/>
              </a:ext>
            </a:extLst>
          </p:cNvPr>
          <p:cNvSpPr>
            <a:spLocks noGrp="1"/>
          </p:cNvSpPr>
          <p:nvPr>
            <p:ph type="dt" sz="half" idx="10"/>
          </p:nvPr>
        </p:nvSpPr>
        <p:spPr/>
        <p:txBody>
          <a:bodyPr/>
          <a:lstStyle/>
          <a:p>
            <a:r>
              <a:rPr lang="en-US">
                <a:solidFill>
                  <a:schemeClr val="tx1"/>
                </a:solidFill>
              </a:rPr>
              <a:t>DRC Presentation - 1</a:t>
            </a:r>
            <a:endParaRPr lang="en-IN">
              <a:solidFill>
                <a:schemeClr val="tx1"/>
              </a:solidFill>
            </a:endParaRPr>
          </a:p>
        </p:txBody>
      </p:sp>
      <p:grpSp>
        <p:nvGrpSpPr>
          <p:cNvPr id="17" name="Group 16">
            <a:extLst>
              <a:ext uri="{FF2B5EF4-FFF2-40B4-BE49-F238E27FC236}">
                <a16:creationId xmlns:a16="http://schemas.microsoft.com/office/drawing/2014/main" id="{D3D72DE7-85AB-1A9C-AD6A-0139A572062D}"/>
              </a:ext>
            </a:extLst>
          </p:cNvPr>
          <p:cNvGrpSpPr/>
          <p:nvPr/>
        </p:nvGrpSpPr>
        <p:grpSpPr>
          <a:xfrm>
            <a:off x="10058400" y="220121"/>
            <a:ext cx="2064154" cy="471790"/>
            <a:chOff x="8931651" y="18836"/>
            <a:chExt cx="3012622" cy="781162"/>
          </a:xfrm>
        </p:grpSpPr>
        <p:sp>
          <p:nvSpPr>
            <p:cNvPr id="18" name="TextBox 17">
              <a:extLst>
                <a:ext uri="{FF2B5EF4-FFF2-40B4-BE49-F238E27FC236}">
                  <a16:creationId xmlns:a16="http://schemas.microsoft.com/office/drawing/2014/main" id="{4F25A7BD-DF9D-12D7-5804-D335BF74710E}"/>
                </a:ext>
              </a:extLst>
            </p:cNvPr>
            <p:cNvSpPr txBox="1"/>
            <p:nvPr/>
          </p:nvSpPr>
          <p:spPr>
            <a:xfrm>
              <a:off x="8984720" y="18836"/>
              <a:ext cx="2906486" cy="611518"/>
            </a:xfrm>
            <a:prstGeom prst="rect">
              <a:avLst/>
            </a:prstGeom>
            <a:noFill/>
          </p:spPr>
          <p:txBody>
            <a:bodyPr wrap="square" rtlCol="0">
              <a:spAutoFit/>
            </a:bodyPr>
            <a:lstStyle/>
            <a:p>
              <a:r>
                <a:rPr lang="en-US" b="1" dirty="0">
                  <a:latin typeface="Copperplate Gothic Bold" panose="020E0705020206020404" pitchFamily="34" charset="0"/>
                </a:rPr>
                <a:t>Meet </a:t>
              </a:r>
              <a:r>
                <a:rPr lang="en-US" b="1" dirty="0">
                  <a:solidFill>
                    <a:schemeClr val="tx2">
                      <a:lumMod val="50000"/>
                      <a:lumOff val="50000"/>
                    </a:schemeClr>
                  </a:solidFill>
                  <a:latin typeface="Copperplate Gothic Bold" panose="020E0705020206020404" pitchFamily="34" charset="0"/>
                </a:rPr>
                <a:t>Minutes</a:t>
              </a:r>
              <a:endParaRPr lang="en-IN" b="1" dirty="0">
                <a:solidFill>
                  <a:schemeClr val="tx2">
                    <a:lumMod val="50000"/>
                    <a:lumOff val="50000"/>
                  </a:schemeClr>
                </a:solidFill>
                <a:latin typeface="Copperplate Gothic Bold" panose="020E0705020206020404" pitchFamily="34" charset="0"/>
              </a:endParaRPr>
            </a:p>
          </p:txBody>
        </p:sp>
        <p:sp>
          <p:nvSpPr>
            <p:cNvPr id="21" name="TextBox 20">
              <a:extLst>
                <a:ext uri="{FF2B5EF4-FFF2-40B4-BE49-F238E27FC236}">
                  <a16:creationId xmlns:a16="http://schemas.microsoft.com/office/drawing/2014/main" id="{EEE2C8BB-F9E2-4852-9E26-21CEEAB9EAE3}"/>
                </a:ext>
              </a:extLst>
            </p:cNvPr>
            <p:cNvSpPr txBox="1"/>
            <p:nvPr/>
          </p:nvSpPr>
          <p:spPr>
            <a:xfrm>
              <a:off x="8931651" y="468759"/>
              <a:ext cx="3012622" cy="331239"/>
            </a:xfrm>
            <a:prstGeom prst="rect">
              <a:avLst/>
            </a:prstGeom>
            <a:noFill/>
          </p:spPr>
          <p:txBody>
            <a:bodyPr wrap="square" rtlCol="0">
              <a:spAutoFit/>
            </a:bodyPr>
            <a:lstStyle/>
            <a:p>
              <a:r>
                <a:rPr lang="en-US" sz="700" dirty="0"/>
                <a:t>Summarize  -  Extract Minutes  -  Manage Tasks</a:t>
              </a:r>
              <a:endParaRPr lang="en-IN" sz="700" dirty="0"/>
            </a:p>
          </p:txBody>
        </p:sp>
      </p:grpSp>
      <p:sp>
        <p:nvSpPr>
          <p:cNvPr id="23" name="Rectangle: Rounded Corners 22">
            <a:extLst>
              <a:ext uri="{FF2B5EF4-FFF2-40B4-BE49-F238E27FC236}">
                <a16:creationId xmlns:a16="http://schemas.microsoft.com/office/drawing/2014/main" id="{43B73A2E-5468-B7A8-8D48-E0DE81545524}"/>
              </a:ext>
            </a:extLst>
          </p:cNvPr>
          <p:cNvSpPr/>
          <p:nvPr/>
        </p:nvSpPr>
        <p:spPr>
          <a:xfrm>
            <a:off x="92015" y="109268"/>
            <a:ext cx="12019472" cy="6648807"/>
          </a:xfrm>
          <a:prstGeom prst="roundRect">
            <a:avLst>
              <a:gd name="adj" fmla="val 4212"/>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54754484"/>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5CBC1-7FEC-5CBF-66B4-9D0772F88377}"/>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BAAB0F87-98EA-F9A5-8C3C-395E42578002}"/>
              </a:ext>
            </a:extLst>
          </p:cNvPr>
          <p:cNvPicPr>
            <a:picLocks noChangeAspect="1"/>
          </p:cNvPicPr>
          <p:nvPr/>
        </p:nvPicPr>
        <p:blipFill>
          <a:blip r:embed="rId3">
            <a:extLst>
              <a:ext uri="{28A0092B-C50C-407E-A947-70E740481C1C}">
                <a14:useLocalDpi xmlns:a14="http://schemas.microsoft.com/office/drawing/2010/main" val="0"/>
              </a:ext>
            </a:extLst>
          </a:blip>
          <a:srcRect r="2090" b="29413"/>
          <a:stretch>
            <a:fillRect/>
          </a:stretch>
        </p:blipFill>
        <p:spPr>
          <a:xfrm>
            <a:off x="63262" y="97767"/>
            <a:ext cx="933322" cy="672860"/>
          </a:xfrm>
          <a:prstGeom prst="ellipse">
            <a:avLst/>
          </a:prstGeom>
        </p:spPr>
      </p:pic>
      <p:sp>
        <p:nvSpPr>
          <p:cNvPr id="3" name="TextBox 2">
            <a:extLst>
              <a:ext uri="{FF2B5EF4-FFF2-40B4-BE49-F238E27FC236}">
                <a16:creationId xmlns:a16="http://schemas.microsoft.com/office/drawing/2014/main" id="{580B158D-78D5-CC41-0E67-074AE3C76600}"/>
              </a:ext>
            </a:extLst>
          </p:cNvPr>
          <p:cNvSpPr txBox="1"/>
          <p:nvPr/>
        </p:nvSpPr>
        <p:spPr>
          <a:xfrm>
            <a:off x="4269551" y="168691"/>
            <a:ext cx="3644429" cy="523220"/>
          </a:xfrm>
          <a:prstGeom prst="rect">
            <a:avLst/>
          </a:prstGeom>
          <a:noFill/>
        </p:spPr>
        <p:txBody>
          <a:bodyPr wrap="square" rtlCol="0">
            <a:spAutoFit/>
          </a:bodyPr>
          <a:lstStyle/>
          <a:p>
            <a:r>
              <a:rPr lang="en-US" sz="2800" dirty="0">
                <a:latin typeface="Copperplate Gothic Bold" panose="020E0705020206020404" pitchFamily="34" charset="0"/>
              </a:rPr>
              <a:t>Proposed System</a:t>
            </a:r>
            <a:endParaRPr lang="en-IN" sz="2800" dirty="0">
              <a:latin typeface="Copperplate Gothic Bold" panose="020E0705020206020404" pitchFamily="34" charset="0"/>
            </a:endParaRPr>
          </a:p>
        </p:txBody>
      </p:sp>
      <p:sp>
        <p:nvSpPr>
          <p:cNvPr id="4" name="TextBox 3">
            <a:extLst>
              <a:ext uri="{FF2B5EF4-FFF2-40B4-BE49-F238E27FC236}">
                <a16:creationId xmlns:a16="http://schemas.microsoft.com/office/drawing/2014/main" id="{1FBDCBFE-F090-8BDF-6349-D1B94DB52452}"/>
              </a:ext>
            </a:extLst>
          </p:cNvPr>
          <p:cNvSpPr txBox="1"/>
          <p:nvPr/>
        </p:nvSpPr>
        <p:spPr>
          <a:xfrm>
            <a:off x="933322" y="882885"/>
            <a:ext cx="10465047" cy="5355312"/>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The proposed Meet Minutes system provides a centralized platform for managing meetings, participants, transcripts, minutes, and tasks.</a:t>
            </a:r>
          </a:p>
          <a:p>
            <a:pPr algn="just"/>
            <a:endParaRPr lang="en-IN" dirty="0">
              <a:latin typeface="Times New Roman" panose="02020603050405020304" pitchFamily="18" charset="0"/>
              <a:cs typeface="Times New Roman" panose="02020603050405020304" pitchFamily="18" charset="0"/>
            </a:endParaRPr>
          </a:p>
          <a:p>
            <a:pPr algn="just"/>
            <a:r>
              <a:rPr lang="en-IN" b="1" u="sng" dirty="0">
                <a:latin typeface="Times New Roman" panose="02020603050405020304" pitchFamily="18" charset="0"/>
                <a:cs typeface="Times New Roman" panose="02020603050405020304" pitchFamily="18" charset="0"/>
              </a:rPr>
              <a:t>Key features</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 registration and login.</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JWT-based authentication.</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Meeting creation and management.</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Participant invitation and participation status.</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Audio-to-text transcription using Whisper.</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Meeting summary and action-item extraction.</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Task assignment and status tracking.</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Centralized meeting information.</a:t>
            </a:r>
          </a:p>
          <a:p>
            <a:pPr lvl="0" algn="just"/>
            <a:endParaRPr lang="en-IN" dirty="0">
              <a:latin typeface="Times New Roman" panose="02020603050405020304" pitchFamily="18" charset="0"/>
              <a:cs typeface="Times New Roman" panose="02020603050405020304" pitchFamily="18" charset="0"/>
            </a:endParaRPr>
          </a:p>
          <a:p>
            <a:pPr algn="just"/>
            <a:r>
              <a:rPr lang="en-IN" b="1" u="sng" dirty="0">
                <a:latin typeface="Times New Roman" panose="02020603050405020304" pitchFamily="18" charset="0"/>
                <a:cs typeface="Times New Roman" panose="02020603050405020304" pitchFamily="18" charset="0"/>
              </a:rPr>
              <a:t>Benefits</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Reduces manual documentation effort.</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Organizes meeting-related information.</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Improves task visibility.</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Supports structured meeting records.</a:t>
            </a:r>
          </a:p>
          <a:p>
            <a:pPr marL="285750" lvl="0" indent="-28575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Provides a foundation for AI-assisted meeting management.</a:t>
            </a:r>
          </a:p>
        </p:txBody>
      </p:sp>
      <p:cxnSp>
        <p:nvCxnSpPr>
          <p:cNvPr id="6" name="Straight Connector 5">
            <a:extLst>
              <a:ext uri="{FF2B5EF4-FFF2-40B4-BE49-F238E27FC236}">
                <a16:creationId xmlns:a16="http://schemas.microsoft.com/office/drawing/2014/main" id="{D80B8563-C6E0-7CE5-E280-797D6526A174}"/>
              </a:ext>
            </a:extLst>
          </p:cNvPr>
          <p:cNvCxnSpPr>
            <a:cxnSpLocks/>
          </p:cNvCxnSpPr>
          <p:nvPr/>
        </p:nvCxnSpPr>
        <p:spPr>
          <a:xfrm>
            <a:off x="4320618" y="733245"/>
            <a:ext cx="3564000"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7" name="Slide Number Placeholder 6">
            <a:extLst>
              <a:ext uri="{FF2B5EF4-FFF2-40B4-BE49-F238E27FC236}">
                <a16:creationId xmlns:a16="http://schemas.microsoft.com/office/drawing/2014/main" id="{5680FA4C-BB7E-57B3-F5C9-10537D145E38}"/>
              </a:ext>
            </a:extLst>
          </p:cNvPr>
          <p:cNvSpPr>
            <a:spLocks noGrp="1"/>
          </p:cNvSpPr>
          <p:nvPr>
            <p:ph type="sldNum" sz="quarter" idx="12"/>
          </p:nvPr>
        </p:nvSpPr>
        <p:spPr/>
        <p:txBody>
          <a:bodyPr/>
          <a:lstStyle/>
          <a:p>
            <a:fld id="{A53F6252-FAEC-4C37-BB0C-C6F407600717}" type="slidenum">
              <a:rPr lang="en-IN" smtClean="0">
                <a:solidFill>
                  <a:schemeClr val="tx1"/>
                </a:solidFill>
              </a:rPr>
              <a:t>7</a:t>
            </a:fld>
            <a:endParaRPr lang="en-IN" dirty="0">
              <a:solidFill>
                <a:schemeClr val="tx1"/>
              </a:solidFill>
            </a:endParaRPr>
          </a:p>
        </p:txBody>
      </p:sp>
      <p:sp>
        <p:nvSpPr>
          <p:cNvPr id="8" name="Date Placeholder 7">
            <a:extLst>
              <a:ext uri="{FF2B5EF4-FFF2-40B4-BE49-F238E27FC236}">
                <a16:creationId xmlns:a16="http://schemas.microsoft.com/office/drawing/2014/main" id="{0B57318E-4B62-BF28-2F36-533BD95CB4D6}"/>
              </a:ext>
            </a:extLst>
          </p:cNvPr>
          <p:cNvSpPr>
            <a:spLocks noGrp="1"/>
          </p:cNvSpPr>
          <p:nvPr>
            <p:ph type="dt" sz="half" idx="10"/>
          </p:nvPr>
        </p:nvSpPr>
        <p:spPr/>
        <p:txBody>
          <a:bodyPr/>
          <a:lstStyle/>
          <a:p>
            <a:r>
              <a:rPr lang="en-US">
                <a:solidFill>
                  <a:schemeClr val="tx1"/>
                </a:solidFill>
              </a:rPr>
              <a:t>DRC Presentation - 1</a:t>
            </a:r>
            <a:endParaRPr lang="en-IN">
              <a:solidFill>
                <a:schemeClr val="tx1"/>
              </a:solidFill>
            </a:endParaRPr>
          </a:p>
        </p:txBody>
      </p:sp>
      <p:grpSp>
        <p:nvGrpSpPr>
          <p:cNvPr id="10" name="Group 9">
            <a:extLst>
              <a:ext uri="{FF2B5EF4-FFF2-40B4-BE49-F238E27FC236}">
                <a16:creationId xmlns:a16="http://schemas.microsoft.com/office/drawing/2014/main" id="{CA03069F-9F5A-EC9A-A65E-E7A5B5339DB3}"/>
              </a:ext>
            </a:extLst>
          </p:cNvPr>
          <p:cNvGrpSpPr/>
          <p:nvPr/>
        </p:nvGrpSpPr>
        <p:grpSpPr>
          <a:xfrm>
            <a:off x="10058400" y="220121"/>
            <a:ext cx="2064154" cy="471790"/>
            <a:chOff x="8931651" y="18836"/>
            <a:chExt cx="3012622" cy="781162"/>
          </a:xfrm>
        </p:grpSpPr>
        <p:sp>
          <p:nvSpPr>
            <p:cNvPr id="11" name="TextBox 10">
              <a:extLst>
                <a:ext uri="{FF2B5EF4-FFF2-40B4-BE49-F238E27FC236}">
                  <a16:creationId xmlns:a16="http://schemas.microsoft.com/office/drawing/2014/main" id="{F1B32B72-323E-CCDD-E772-C277F8738B8F}"/>
                </a:ext>
              </a:extLst>
            </p:cNvPr>
            <p:cNvSpPr txBox="1"/>
            <p:nvPr/>
          </p:nvSpPr>
          <p:spPr>
            <a:xfrm>
              <a:off x="8984720" y="18836"/>
              <a:ext cx="2906486" cy="611518"/>
            </a:xfrm>
            <a:prstGeom prst="rect">
              <a:avLst/>
            </a:prstGeom>
            <a:noFill/>
          </p:spPr>
          <p:txBody>
            <a:bodyPr wrap="square" rtlCol="0">
              <a:spAutoFit/>
            </a:bodyPr>
            <a:lstStyle/>
            <a:p>
              <a:r>
                <a:rPr lang="en-US" b="1" dirty="0">
                  <a:latin typeface="Copperplate Gothic Bold" panose="020E0705020206020404" pitchFamily="34" charset="0"/>
                </a:rPr>
                <a:t>Meet </a:t>
              </a:r>
              <a:r>
                <a:rPr lang="en-US" b="1" dirty="0">
                  <a:solidFill>
                    <a:schemeClr val="tx2">
                      <a:lumMod val="50000"/>
                      <a:lumOff val="50000"/>
                    </a:schemeClr>
                  </a:solidFill>
                  <a:latin typeface="Copperplate Gothic Bold" panose="020E0705020206020404" pitchFamily="34" charset="0"/>
                </a:rPr>
                <a:t>Minutes</a:t>
              </a:r>
              <a:endParaRPr lang="en-IN" b="1" dirty="0">
                <a:solidFill>
                  <a:schemeClr val="tx2">
                    <a:lumMod val="50000"/>
                    <a:lumOff val="50000"/>
                  </a:schemeClr>
                </a:solidFill>
                <a:latin typeface="Copperplate Gothic Bold" panose="020E0705020206020404" pitchFamily="34" charset="0"/>
              </a:endParaRPr>
            </a:p>
          </p:txBody>
        </p:sp>
        <p:sp>
          <p:nvSpPr>
            <p:cNvPr id="12" name="TextBox 11">
              <a:extLst>
                <a:ext uri="{FF2B5EF4-FFF2-40B4-BE49-F238E27FC236}">
                  <a16:creationId xmlns:a16="http://schemas.microsoft.com/office/drawing/2014/main" id="{E20EDC73-226D-6DFC-F1E1-120271D177CB}"/>
                </a:ext>
              </a:extLst>
            </p:cNvPr>
            <p:cNvSpPr txBox="1"/>
            <p:nvPr/>
          </p:nvSpPr>
          <p:spPr>
            <a:xfrm>
              <a:off x="8931651" y="468759"/>
              <a:ext cx="3012622" cy="331239"/>
            </a:xfrm>
            <a:prstGeom prst="rect">
              <a:avLst/>
            </a:prstGeom>
            <a:noFill/>
          </p:spPr>
          <p:txBody>
            <a:bodyPr wrap="square" rtlCol="0">
              <a:spAutoFit/>
            </a:bodyPr>
            <a:lstStyle/>
            <a:p>
              <a:r>
                <a:rPr lang="en-US" sz="700" dirty="0"/>
                <a:t>Summarize  -  Extract Minutes  -  Manage Tasks</a:t>
              </a:r>
              <a:endParaRPr lang="en-IN" sz="700" dirty="0"/>
            </a:p>
          </p:txBody>
        </p:sp>
      </p:grpSp>
      <p:sp>
        <p:nvSpPr>
          <p:cNvPr id="15" name="Rectangle: Rounded Corners 14">
            <a:extLst>
              <a:ext uri="{FF2B5EF4-FFF2-40B4-BE49-F238E27FC236}">
                <a16:creationId xmlns:a16="http://schemas.microsoft.com/office/drawing/2014/main" id="{7431A291-8757-44E1-D77B-FC4AAD435980}"/>
              </a:ext>
            </a:extLst>
          </p:cNvPr>
          <p:cNvSpPr/>
          <p:nvPr/>
        </p:nvSpPr>
        <p:spPr>
          <a:xfrm>
            <a:off x="92015" y="109268"/>
            <a:ext cx="12019472" cy="6648807"/>
          </a:xfrm>
          <a:prstGeom prst="roundRect">
            <a:avLst>
              <a:gd name="adj" fmla="val 4212"/>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5120437"/>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42348-D777-9975-CABA-6972AAEE9AE2}"/>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D34C0EB1-DD19-C68E-FE81-5DD2D8232358}"/>
              </a:ext>
            </a:extLst>
          </p:cNvPr>
          <p:cNvPicPr>
            <a:picLocks noChangeAspect="1"/>
          </p:cNvPicPr>
          <p:nvPr/>
        </p:nvPicPr>
        <p:blipFill>
          <a:blip r:embed="rId3">
            <a:extLst>
              <a:ext uri="{28A0092B-C50C-407E-A947-70E740481C1C}">
                <a14:useLocalDpi xmlns:a14="http://schemas.microsoft.com/office/drawing/2010/main" val="0"/>
              </a:ext>
            </a:extLst>
          </a:blip>
          <a:srcRect r="2090" b="29413"/>
          <a:stretch>
            <a:fillRect/>
          </a:stretch>
        </p:blipFill>
        <p:spPr>
          <a:xfrm>
            <a:off x="63262" y="97767"/>
            <a:ext cx="933322" cy="672860"/>
          </a:xfrm>
          <a:prstGeom prst="ellipse">
            <a:avLst/>
          </a:prstGeom>
        </p:spPr>
      </p:pic>
      <p:sp>
        <p:nvSpPr>
          <p:cNvPr id="3" name="TextBox 2">
            <a:extLst>
              <a:ext uri="{FF2B5EF4-FFF2-40B4-BE49-F238E27FC236}">
                <a16:creationId xmlns:a16="http://schemas.microsoft.com/office/drawing/2014/main" id="{3CC9A97D-E15D-1CF6-FA5D-F82FE58DA174}"/>
              </a:ext>
            </a:extLst>
          </p:cNvPr>
          <p:cNvSpPr txBox="1"/>
          <p:nvPr/>
        </p:nvSpPr>
        <p:spPr>
          <a:xfrm>
            <a:off x="3543416" y="198316"/>
            <a:ext cx="5409968" cy="523220"/>
          </a:xfrm>
          <a:prstGeom prst="rect">
            <a:avLst/>
          </a:prstGeom>
          <a:noFill/>
        </p:spPr>
        <p:txBody>
          <a:bodyPr wrap="square" rtlCol="0">
            <a:spAutoFit/>
          </a:bodyPr>
          <a:lstStyle/>
          <a:p>
            <a:r>
              <a:rPr lang="en-US" sz="2800" dirty="0">
                <a:latin typeface="Copperplate Gothic Bold" panose="020E0705020206020404" pitchFamily="34" charset="0"/>
              </a:rPr>
              <a:t>Functional Requirements</a:t>
            </a:r>
            <a:endParaRPr lang="en-IN" sz="2800" dirty="0">
              <a:latin typeface="Copperplate Gothic Bold" panose="020E0705020206020404" pitchFamily="34" charset="0"/>
            </a:endParaRPr>
          </a:p>
        </p:txBody>
      </p:sp>
      <p:sp>
        <p:nvSpPr>
          <p:cNvPr id="4" name="TextBox 3">
            <a:extLst>
              <a:ext uri="{FF2B5EF4-FFF2-40B4-BE49-F238E27FC236}">
                <a16:creationId xmlns:a16="http://schemas.microsoft.com/office/drawing/2014/main" id="{98AF7CA1-D9B0-D0C3-E842-DEFF7053DD9A}"/>
              </a:ext>
            </a:extLst>
          </p:cNvPr>
          <p:cNvSpPr txBox="1"/>
          <p:nvPr/>
        </p:nvSpPr>
        <p:spPr>
          <a:xfrm>
            <a:off x="996584" y="3864949"/>
            <a:ext cx="10325354" cy="2308324"/>
          </a:xfrm>
          <a:prstGeom prst="rect">
            <a:avLst/>
          </a:prstGeom>
          <a:noFill/>
        </p:spPr>
        <p:txBody>
          <a:bodyPr wrap="square" rtlCol="0">
            <a:spAutoFit/>
          </a:bodyPr>
          <a:lstStyle/>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Performance</a:t>
            </a:r>
            <a:r>
              <a:rPr lang="en-IN" dirty="0">
                <a:latin typeface="Times New Roman" panose="02020603050405020304" pitchFamily="18" charset="0"/>
                <a:cs typeface="Times New Roman" panose="02020603050405020304" pitchFamily="18" charset="0"/>
              </a:rPr>
              <a:t>: Process meeting transcripts and generate results within a reasonable time.</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Security</a:t>
            </a:r>
            <a:r>
              <a:rPr lang="en-IN" dirty="0">
                <a:latin typeface="Times New Roman" panose="02020603050405020304" pitchFamily="18" charset="0"/>
                <a:cs typeface="Times New Roman" panose="02020603050405020304" pitchFamily="18" charset="0"/>
              </a:rPr>
              <a:t>: Protect user data and API keys using authentication and authorization.</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Reliability</a:t>
            </a:r>
            <a:r>
              <a:rPr lang="en-IN" dirty="0">
                <a:latin typeface="Times New Roman" panose="02020603050405020304" pitchFamily="18" charset="0"/>
                <a:cs typeface="Times New Roman" panose="02020603050405020304" pitchFamily="18" charset="0"/>
              </a:rPr>
              <a:t>: Ensure accurate data storage and consistent system operation.</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Scalability</a:t>
            </a:r>
            <a:r>
              <a:rPr lang="en-IN" dirty="0">
                <a:latin typeface="Times New Roman" panose="02020603050405020304" pitchFamily="18" charset="0"/>
                <a:cs typeface="Times New Roman" panose="02020603050405020304" pitchFamily="18" charset="0"/>
              </a:rPr>
              <a:t>: Support increasing numbers of users, meetings, and tasks.</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Usability</a:t>
            </a:r>
            <a:r>
              <a:rPr lang="en-IN" dirty="0">
                <a:latin typeface="Times New Roman" panose="02020603050405020304" pitchFamily="18" charset="0"/>
                <a:cs typeface="Times New Roman" panose="02020603050405020304" pitchFamily="18" charset="0"/>
              </a:rPr>
              <a:t>: Provide a simple, intuitive, and user-friendly interface.</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Maintainability</a:t>
            </a:r>
            <a:r>
              <a:rPr lang="en-IN" dirty="0">
                <a:latin typeface="Times New Roman" panose="02020603050405020304" pitchFamily="18" charset="0"/>
                <a:cs typeface="Times New Roman" panose="02020603050405020304" pitchFamily="18" charset="0"/>
              </a:rPr>
              <a:t>: Use modular and well-structured code for easy maintenance.</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Availability</a:t>
            </a:r>
            <a:r>
              <a:rPr lang="en-IN" dirty="0">
                <a:latin typeface="Times New Roman" panose="02020603050405020304" pitchFamily="18" charset="0"/>
                <a:cs typeface="Times New Roman" panose="02020603050405020304" pitchFamily="18" charset="0"/>
              </a:rPr>
              <a:t>: Ensure the application is accessible whenever required.</a:t>
            </a: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Privacy</a:t>
            </a:r>
            <a:r>
              <a:rPr lang="en-IN" dirty="0">
                <a:latin typeface="Times New Roman" panose="02020603050405020304" pitchFamily="18" charset="0"/>
                <a:cs typeface="Times New Roman" panose="02020603050405020304" pitchFamily="18" charset="0"/>
              </a:rPr>
              <a:t>: Protect meeting transcripts, minutes, and participant information.</a:t>
            </a:r>
          </a:p>
        </p:txBody>
      </p:sp>
      <p:cxnSp>
        <p:nvCxnSpPr>
          <p:cNvPr id="6" name="Straight Connector 5">
            <a:extLst>
              <a:ext uri="{FF2B5EF4-FFF2-40B4-BE49-F238E27FC236}">
                <a16:creationId xmlns:a16="http://schemas.microsoft.com/office/drawing/2014/main" id="{9A2A18A6-AEC3-1809-A306-BB32A5EA01CF}"/>
              </a:ext>
            </a:extLst>
          </p:cNvPr>
          <p:cNvCxnSpPr>
            <a:cxnSpLocks/>
          </p:cNvCxnSpPr>
          <p:nvPr/>
        </p:nvCxnSpPr>
        <p:spPr>
          <a:xfrm>
            <a:off x="3526991" y="733245"/>
            <a:ext cx="5400000"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BA57678-4232-68CE-A496-7EC7153A97B1}"/>
              </a:ext>
            </a:extLst>
          </p:cNvPr>
          <p:cNvSpPr txBox="1"/>
          <p:nvPr/>
        </p:nvSpPr>
        <p:spPr>
          <a:xfrm>
            <a:off x="3066923" y="3106575"/>
            <a:ext cx="6508398" cy="523220"/>
          </a:xfrm>
          <a:prstGeom prst="rect">
            <a:avLst/>
          </a:prstGeom>
          <a:noFill/>
        </p:spPr>
        <p:txBody>
          <a:bodyPr wrap="square" rtlCol="0">
            <a:spAutoFit/>
          </a:bodyPr>
          <a:lstStyle/>
          <a:p>
            <a:r>
              <a:rPr lang="en-US" sz="2800" dirty="0">
                <a:latin typeface="Copperplate Gothic Bold" panose="020E0705020206020404" pitchFamily="34" charset="0"/>
              </a:rPr>
              <a:t>Non - Functional Requirements</a:t>
            </a:r>
            <a:endParaRPr lang="en-IN" sz="2800" dirty="0">
              <a:latin typeface="Copperplate Gothic Bold" panose="020E0705020206020404" pitchFamily="34" charset="0"/>
            </a:endParaRPr>
          </a:p>
        </p:txBody>
      </p:sp>
      <p:sp>
        <p:nvSpPr>
          <p:cNvPr id="8" name="TextBox 7">
            <a:extLst>
              <a:ext uri="{FF2B5EF4-FFF2-40B4-BE49-F238E27FC236}">
                <a16:creationId xmlns:a16="http://schemas.microsoft.com/office/drawing/2014/main" id="{AC053AB1-B25C-2304-88F1-949CA0E21F51}"/>
              </a:ext>
            </a:extLst>
          </p:cNvPr>
          <p:cNvSpPr txBox="1"/>
          <p:nvPr/>
        </p:nvSpPr>
        <p:spPr>
          <a:xfrm>
            <a:off x="1085723" y="983146"/>
            <a:ext cx="10325354" cy="2062103"/>
          </a:xfrm>
          <a:prstGeom prst="rect">
            <a:avLst/>
          </a:prstGeom>
          <a:noFill/>
        </p:spPr>
        <p:txBody>
          <a:bodyPr wrap="square" rtlCol="0">
            <a:spAutoFit/>
          </a:bodyPr>
          <a:lstStyle/>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User Authentication</a:t>
            </a:r>
            <a:r>
              <a:rPr lang="en-IN" dirty="0">
                <a:latin typeface="Times New Roman" panose="02020603050405020304" pitchFamily="18" charset="0"/>
                <a:cs typeface="Times New Roman" panose="02020603050405020304" pitchFamily="18" charset="0"/>
              </a:rPr>
              <a:t>: Secure registration and login using JWT authentication.</a:t>
            </a:r>
          </a:p>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Meeting Management</a:t>
            </a:r>
            <a:r>
              <a:rPr lang="en-IN" dirty="0">
                <a:latin typeface="Times New Roman" panose="02020603050405020304" pitchFamily="18" charset="0"/>
                <a:cs typeface="Times New Roman" panose="02020603050405020304" pitchFamily="18" charset="0"/>
              </a:rPr>
              <a:t>: Create, view, update, and manage meetings.</a:t>
            </a:r>
          </a:p>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Speech-to-Text</a:t>
            </a:r>
            <a:r>
              <a:rPr lang="en-IN" dirty="0">
                <a:latin typeface="Times New Roman" panose="02020603050405020304" pitchFamily="18" charset="0"/>
                <a:cs typeface="Times New Roman" panose="02020603050405020304" pitchFamily="18" charset="0"/>
              </a:rPr>
              <a:t>: Convert meeting audio into text using Whisper.</a:t>
            </a:r>
          </a:p>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AI-Based Summarization</a:t>
            </a:r>
            <a:r>
              <a:rPr lang="en-IN" dirty="0">
                <a:latin typeface="Times New Roman" panose="02020603050405020304" pitchFamily="18" charset="0"/>
                <a:cs typeface="Times New Roman" panose="02020603050405020304" pitchFamily="18" charset="0"/>
              </a:rPr>
              <a:t>: Generate concise summaries and key discussion points.</a:t>
            </a:r>
          </a:p>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Task Management</a:t>
            </a:r>
            <a:r>
              <a:rPr lang="en-IN" dirty="0">
                <a:latin typeface="Times New Roman" panose="02020603050405020304" pitchFamily="18" charset="0"/>
                <a:cs typeface="Times New Roman" panose="02020603050405020304" pitchFamily="18" charset="0"/>
              </a:rPr>
              <a:t>: Track tasks through different stages and monitor their progress.</a:t>
            </a:r>
          </a:p>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Participant Management</a:t>
            </a:r>
            <a:r>
              <a:rPr lang="en-IN" dirty="0">
                <a:latin typeface="Times New Roman" panose="02020603050405020304" pitchFamily="18" charset="0"/>
                <a:cs typeface="Times New Roman" panose="02020603050405020304" pitchFamily="18" charset="0"/>
              </a:rPr>
              <a:t>: Add participants and manage their meeting participation.</a:t>
            </a:r>
          </a:p>
          <a:p>
            <a:pPr marL="285750" lvl="0" indent="-285750" algn="just">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Meeting Records</a:t>
            </a:r>
            <a:r>
              <a:rPr lang="en-IN" dirty="0">
                <a:latin typeface="Times New Roman" panose="02020603050405020304" pitchFamily="18" charset="0"/>
                <a:cs typeface="Times New Roman" panose="02020603050405020304" pitchFamily="18" charset="0"/>
              </a:rPr>
              <a:t>: Store and retrieve meeting minutes and extracted information.</a:t>
            </a:r>
          </a:p>
        </p:txBody>
      </p:sp>
      <p:cxnSp>
        <p:nvCxnSpPr>
          <p:cNvPr id="9" name="Straight Connector 8">
            <a:extLst>
              <a:ext uri="{FF2B5EF4-FFF2-40B4-BE49-F238E27FC236}">
                <a16:creationId xmlns:a16="http://schemas.microsoft.com/office/drawing/2014/main" id="{5592A649-F031-B443-6D5D-50CC934C1605}"/>
              </a:ext>
            </a:extLst>
          </p:cNvPr>
          <p:cNvCxnSpPr>
            <a:cxnSpLocks/>
          </p:cNvCxnSpPr>
          <p:nvPr/>
        </p:nvCxnSpPr>
        <p:spPr>
          <a:xfrm>
            <a:off x="3061169" y="3646093"/>
            <a:ext cx="6480000"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0" name="Slide Number Placeholder 9">
            <a:extLst>
              <a:ext uri="{FF2B5EF4-FFF2-40B4-BE49-F238E27FC236}">
                <a16:creationId xmlns:a16="http://schemas.microsoft.com/office/drawing/2014/main" id="{E7E76655-789F-5759-4A86-04BC00347F20}"/>
              </a:ext>
            </a:extLst>
          </p:cNvPr>
          <p:cNvSpPr>
            <a:spLocks noGrp="1"/>
          </p:cNvSpPr>
          <p:nvPr>
            <p:ph type="sldNum" sz="quarter" idx="12"/>
          </p:nvPr>
        </p:nvSpPr>
        <p:spPr/>
        <p:txBody>
          <a:bodyPr/>
          <a:lstStyle/>
          <a:p>
            <a:fld id="{A53F6252-FAEC-4C37-BB0C-C6F407600717}" type="slidenum">
              <a:rPr lang="en-IN" smtClean="0">
                <a:solidFill>
                  <a:schemeClr val="tx1"/>
                </a:solidFill>
              </a:rPr>
              <a:t>8</a:t>
            </a:fld>
            <a:endParaRPr lang="en-IN" dirty="0">
              <a:solidFill>
                <a:schemeClr val="tx1"/>
              </a:solidFill>
            </a:endParaRPr>
          </a:p>
        </p:txBody>
      </p:sp>
      <p:sp>
        <p:nvSpPr>
          <p:cNvPr id="11" name="Date Placeholder 10">
            <a:extLst>
              <a:ext uri="{FF2B5EF4-FFF2-40B4-BE49-F238E27FC236}">
                <a16:creationId xmlns:a16="http://schemas.microsoft.com/office/drawing/2014/main" id="{5CAB8B27-8BB6-1AB3-5D65-97AD93F73454}"/>
              </a:ext>
            </a:extLst>
          </p:cNvPr>
          <p:cNvSpPr>
            <a:spLocks noGrp="1"/>
          </p:cNvSpPr>
          <p:nvPr>
            <p:ph type="dt" sz="half" idx="10"/>
          </p:nvPr>
        </p:nvSpPr>
        <p:spPr/>
        <p:txBody>
          <a:bodyPr/>
          <a:lstStyle/>
          <a:p>
            <a:r>
              <a:rPr lang="en-US">
                <a:solidFill>
                  <a:schemeClr val="tx1"/>
                </a:solidFill>
              </a:rPr>
              <a:t>DRC Presentation - 1</a:t>
            </a:r>
            <a:endParaRPr lang="en-IN">
              <a:solidFill>
                <a:schemeClr val="tx1"/>
              </a:solidFill>
            </a:endParaRPr>
          </a:p>
        </p:txBody>
      </p:sp>
      <p:grpSp>
        <p:nvGrpSpPr>
          <p:cNvPr id="13" name="Group 12">
            <a:extLst>
              <a:ext uri="{FF2B5EF4-FFF2-40B4-BE49-F238E27FC236}">
                <a16:creationId xmlns:a16="http://schemas.microsoft.com/office/drawing/2014/main" id="{765EABF9-52D5-1DD6-5C37-902A681816A0}"/>
              </a:ext>
            </a:extLst>
          </p:cNvPr>
          <p:cNvGrpSpPr/>
          <p:nvPr/>
        </p:nvGrpSpPr>
        <p:grpSpPr>
          <a:xfrm>
            <a:off x="10058400" y="220121"/>
            <a:ext cx="2064154" cy="471790"/>
            <a:chOff x="8931651" y="18836"/>
            <a:chExt cx="3012622" cy="781162"/>
          </a:xfrm>
        </p:grpSpPr>
        <p:sp>
          <p:nvSpPr>
            <p:cNvPr id="15" name="TextBox 14">
              <a:extLst>
                <a:ext uri="{FF2B5EF4-FFF2-40B4-BE49-F238E27FC236}">
                  <a16:creationId xmlns:a16="http://schemas.microsoft.com/office/drawing/2014/main" id="{31D3BD62-2265-02D3-7828-89BA734ED204}"/>
                </a:ext>
              </a:extLst>
            </p:cNvPr>
            <p:cNvSpPr txBox="1"/>
            <p:nvPr/>
          </p:nvSpPr>
          <p:spPr>
            <a:xfrm>
              <a:off x="8984720" y="18836"/>
              <a:ext cx="2906486" cy="611518"/>
            </a:xfrm>
            <a:prstGeom prst="rect">
              <a:avLst/>
            </a:prstGeom>
            <a:noFill/>
          </p:spPr>
          <p:txBody>
            <a:bodyPr wrap="square" rtlCol="0">
              <a:spAutoFit/>
            </a:bodyPr>
            <a:lstStyle/>
            <a:p>
              <a:r>
                <a:rPr lang="en-US" b="1" dirty="0">
                  <a:latin typeface="Copperplate Gothic Bold" panose="020E0705020206020404" pitchFamily="34" charset="0"/>
                </a:rPr>
                <a:t>Meet </a:t>
              </a:r>
              <a:r>
                <a:rPr lang="en-US" b="1" dirty="0">
                  <a:solidFill>
                    <a:schemeClr val="tx2">
                      <a:lumMod val="50000"/>
                      <a:lumOff val="50000"/>
                    </a:schemeClr>
                  </a:solidFill>
                  <a:latin typeface="Copperplate Gothic Bold" panose="020E0705020206020404" pitchFamily="34" charset="0"/>
                </a:rPr>
                <a:t>Minutes</a:t>
              </a:r>
              <a:endParaRPr lang="en-IN" b="1" dirty="0">
                <a:solidFill>
                  <a:schemeClr val="tx2">
                    <a:lumMod val="50000"/>
                    <a:lumOff val="50000"/>
                  </a:schemeClr>
                </a:solidFill>
                <a:latin typeface="Copperplate Gothic Bold" panose="020E0705020206020404" pitchFamily="34" charset="0"/>
              </a:endParaRPr>
            </a:p>
          </p:txBody>
        </p:sp>
        <p:sp>
          <p:nvSpPr>
            <p:cNvPr id="16" name="TextBox 15">
              <a:extLst>
                <a:ext uri="{FF2B5EF4-FFF2-40B4-BE49-F238E27FC236}">
                  <a16:creationId xmlns:a16="http://schemas.microsoft.com/office/drawing/2014/main" id="{1FD31B66-0728-AD09-DCF0-655D586A3741}"/>
                </a:ext>
              </a:extLst>
            </p:cNvPr>
            <p:cNvSpPr txBox="1"/>
            <p:nvPr/>
          </p:nvSpPr>
          <p:spPr>
            <a:xfrm>
              <a:off x="8931651" y="468759"/>
              <a:ext cx="3012622" cy="331239"/>
            </a:xfrm>
            <a:prstGeom prst="rect">
              <a:avLst/>
            </a:prstGeom>
            <a:noFill/>
          </p:spPr>
          <p:txBody>
            <a:bodyPr wrap="square" rtlCol="0">
              <a:spAutoFit/>
            </a:bodyPr>
            <a:lstStyle/>
            <a:p>
              <a:r>
                <a:rPr lang="en-US" sz="700" dirty="0"/>
                <a:t>Summarize  -  Extract Minutes  -  Manage Tasks</a:t>
              </a:r>
              <a:endParaRPr lang="en-IN" sz="700" dirty="0"/>
            </a:p>
          </p:txBody>
        </p:sp>
      </p:grpSp>
      <p:sp>
        <p:nvSpPr>
          <p:cNvPr id="18" name="Rectangle: Rounded Corners 17">
            <a:extLst>
              <a:ext uri="{FF2B5EF4-FFF2-40B4-BE49-F238E27FC236}">
                <a16:creationId xmlns:a16="http://schemas.microsoft.com/office/drawing/2014/main" id="{1AB9EEC4-3B5C-51A2-069F-250B2264837B}"/>
              </a:ext>
            </a:extLst>
          </p:cNvPr>
          <p:cNvSpPr/>
          <p:nvPr/>
        </p:nvSpPr>
        <p:spPr>
          <a:xfrm>
            <a:off x="92015" y="109268"/>
            <a:ext cx="12019472" cy="6648807"/>
          </a:xfrm>
          <a:prstGeom prst="roundRect">
            <a:avLst>
              <a:gd name="adj" fmla="val 4212"/>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26402435"/>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down)">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F6D875-E220-D250-E320-04DB8C0DBF7F}"/>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37159CE9-039C-0612-06E3-8A0777D0A96C}"/>
              </a:ext>
            </a:extLst>
          </p:cNvPr>
          <p:cNvPicPr>
            <a:picLocks noChangeAspect="1"/>
          </p:cNvPicPr>
          <p:nvPr/>
        </p:nvPicPr>
        <p:blipFill>
          <a:blip r:embed="rId3">
            <a:extLst>
              <a:ext uri="{28A0092B-C50C-407E-A947-70E740481C1C}">
                <a14:useLocalDpi xmlns:a14="http://schemas.microsoft.com/office/drawing/2010/main" val="0"/>
              </a:ext>
            </a:extLst>
          </a:blip>
          <a:srcRect r="2090" b="29413"/>
          <a:stretch>
            <a:fillRect/>
          </a:stretch>
        </p:blipFill>
        <p:spPr>
          <a:xfrm>
            <a:off x="63262" y="97767"/>
            <a:ext cx="933322" cy="672860"/>
          </a:xfrm>
          <a:prstGeom prst="ellipse">
            <a:avLst/>
          </a:prstGeom>
        </p:spPr>
      </p:pic>
      <p:sp>
        <p:nvSpPr>
          <p:cNvPr id="3" name="TextBox 2">
            <a:extLst>
              <a:ext uri="{FF2B5EF4-FFF2-40B4-BE49-F238E27FC236}">
                <a16:creationId xmlns:a16="http://schemas.microsoft.com/office/drawing/2014/main" id="{E4F58E83-3748-A175-180B-9F7E562D6D82}"/>
              </a:ext>
            </a:extLst>
          </p:cNvPr>
          <p:cNvSpPr txBox="1"/>
          <p:nvPr/>
        </p:nvSpPr>
        <p:spPr>
          <a:xfrm>
            <a:off x="3752040" y="150721"/>
            <a:ext cx="4412261" cy="523220"/>
          </a:xfrm>
          <a:prstGeom prst="rect">
            <a:avLst/>
          </a:prstGeom>
          <a:noFill/>
        </p:spPr>
        <p:txBody>
          <a:bodyPr wrap="square" rtlCol="0">
            <a:spAutoFit/>
          </a:bodyPr>
          <a:lstStyle/>
          <a:p>
            <a:r>
              <a:rPr lang="en-US" sz="2800" dirty="0">
                <a:latin typeface="Copperplate Gothic Bold" panose="020E0705020206020404" pitchFamily="34" charset="0"/>
              </a:rPr>
              <a:t>System Architecture</a:t>
            </a:r>
            <a:endParaRPr lang="en-IN" sz="2800" dirty="0">
              <a:latin typeface="Copperplate Gothic Bold" panose="020E0705020206020404" pitchFamily="34" charset="0"/>
            </a:endParaRPr>
          </a:p>
        </p:txBody>
      </p:sp>
      <p:cxnSp>
        <p:nvCxnSpPr>
          <p:cNvPr id="6" name="Straight Connector 5">
            <a:extLst>
              <a:ext uri="{FF2B5EF4-FFF2-40B4-BE49-F238E27FC236}">
                <a16:creationId xmlns:a16="http://schemas.microsoft.com/office/drawing/2014/main" id="{C02042AB-3E28-906D-56FF-B13C8F56535F}"/>
              </a:ext>
            </a:extLst>
          </p:cNvPr>
          <p:cNvCxnSpPr>
            <a:cxnSpLocks/>
          </p:cNvCxnSpPr>
          <p:nvPr/>
        </p:nvCxnSpPr>
        <p:spPr>
          <a:xfrm>
            <a:off x="3791539" y="710241"/>
            <a:ext cx="4320000"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0" name="Slide Number Placeholder 9">
            <a:extLst>
              <a:ext uri="{FF2B5EF4-FFF2-40B4-BE49-F238E27FC236}">
                <a16:creationId xmlns:a16="http://schemas.microsoft.com/office/drawing/2014/main" id="{31F7F1B1-A71D-FB3C-5ECC-581913BEE34E}"/>
              </a:ext>
            </a:extLst>
          </p:cNvPr>
          <p:cNvSpPr>
            <a:spLocks noGrp="1"/>
          </p:cNvSpPr>
          <p:nvPr>
            <p:ph type="sldNum" sz="quarter" idx="12"/>
          </p:nvPr>
        </p:nvSpPr>
        <p:spPr/>
        <p:txBody>
          <a:bodyPr/>
          <a:lstStyle/>
          <a:p>
            <a:fld id="{A53F6252-FAEC-4C37-BB0C-C6F407600717}" type="slidenum">
              <a:rPr lang="en-IN" smtClean="0">
                <a:solidFill>
                  <a:schemeClr val="tx1"/>
                </a:solidFill>
              </a:rPr>
              <a:t>9</a:t>
            </a:fld>
            <a:endParaRPr lang="en-IN" dirty="0">
              <a:solidFill>
                <a:schemeClr val="tx1"/>
              </a:solidFill>
            </a:endParaRPr>
          </a:p>
        </p:txBody>
      </p:sp>
      <p:sp>
        <p:nvSpPr>
          <p:cNvPr id="11" name="Rectangle: Rounded Corners 10">
            <a:extLst>
              <a:ext uri="{FF2B5EF4-FFF2-40B4-BE49-F238E27FC236}">
                <a16:creationId xmlns:a16="http://schemas.microsoft.com/office/drawing/2014/main" id="{8CD13E6F-98F4-8700-597B-06E87709B5EC}"/>
              </a:ext>
            </a:extLst>
          </p:cNvPr>
          <p:cNvSpPr/>
          <p:nvPr/>
        </p:nvSpPr>
        <p:spPr>
          <a:xfrm>
            <a:off x="980005" y="909166"/>
            <a:ext cx="1972371" cy="1919823"/>
          </a:xfrm>
          <a:prstGeom prst="roundRect">
            <a:avLst>
              <a:gd name="adj" fmla="val 8403"/>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en-US" sz="1600" b="1" dirty="0">
                <a:latin typeface="Times New Roman" panose="02020603050405020304" pitchFamily="18" charset="0"/>
                <a:cs typeface="Times New Roman" panose="02020603050405020304" pitchFamily="18" charset="0"/>
              </a:rPr>
              <a:t>User</a:t>
            </a:r>
            <a:endParaRPr lang="en-US" sz="900" b="1" dirty="0">
              <a:latin typeface="Times New Roman" panose="02020603050405020304" pitchFamily="18" charset="0"/>
              <a:cs typeface="Times New Roman" panose="02020603050405020304" pitchFamily="18" charset="0"/>
            </a:endParaRPr>
          </a:p>
          <a:p>
            <a:pPr marL="171450" indent="-171450">
              <a:buFont typeface="Courier New" panose="02070309020205020404" pitchFamily="49" charset="0"/>
              <a:buChar char="o"/>
            </a:pPr>
            <a:endParaRPr lang="en-US" sz="900" dirty="0">
              <a:latin typeface="Times New Roman" panose="02020603050405020304" pitchFamily="18" charset="0"/>
              <a:cs typeface="Times New Roman" panose="02020603050405020304" pitchFamily="18" charset="0"/>
            </a:endParaRPr>
          </a:p>
          <a:p>
            <a:pPr marL="171450" indent="-171450">
              <a:buFont typeface="Courier New" panose="02070309020205020404" pitchFamily="49" charset="0"/>
              <a:buChar char="o"/>
            </a:pPr>
            <a:endParaRPr lang="en-US" sz="900" dirty="0">
              <a:latin typeface="Times New Roman" panose="02020603050405020304" pitchFamily="18" charset="0"/>
              <a:cs typeface="Times New Roman" panose="02020603050405020304" pitchFamily="18" charset="0"/>
            </a:endParaRPr>
          </a:p>
          <a:p>
            <a:pPr marL="171450" indent="-171450">
              <a:buFont typeface="Courier New" panose="02070309020205020404" pitchFamily="49" charset="0"/>
              <a:buChar char="o"/>
            </a:pPr>
            <a:endParaRPr lang="en-US" sz="900" dirty="0">
              <a:latin typeface="Times New Roman" panose="02020603050405020304" pitchFamily="18" charset="0"/>
              <a:cs typeface="Times New Roman" panose="02020603050405020304" pitchFamily="18" charset="0"/>
            </a:endParaRPr>
          </a:p>
          <a:p>
            <a:endParaRPr lang="en-US" sz="900" dirty="0">
              <a:latin typeface="Times New Roman" panose="02020603050405020304" pitchFamily="18" charset="0"/>
              <a:cs typeface="Times New Roman" panose="02020603050405020304" pitchFamily="18" charset="0"/>
            </a:endParaRPr>
          </a:p>
          <a:p>
            <a:pPr marL="171450" indent="-171450">
              <a:buFont typeface="Courier New" panose="02070309020205020404" pitchFamily="49" charset="0"/>
              <a:buChar char="o"/>
            </a:pPr>
            <a:endParaRPr lang="en-US" sz="900" dirty="0">
              <a:latin typeface="Times New Roman" panose="02020603050405020304" pitchFamily="18" charset="0"/>
              <a:cs typeface="Times New Roman" panose="02020603050405020304" pitchFamily="18" charset="0"/>
            </a:endParaRPr>
          </a:p>
          <a:p>
            <a:pPr marL="171450" indent="-171450">
              <a:buFont typeface="Courier New" panose="02070309020205020404" pitchFamily="49" charset="0"/>
              <a:buChar char="o"/>
            </a:pPr>
            <a:r>
              <a:rPr lang="en-US" sz="1300" dirty="0">
                <a:latin typeface="Times New Roman" panose="02020603050405020304" pitchFamily="18" charset="0"/>
                <a:cs typeface="Times New Roman" panose="02020603050405020304" pitchFamily="18" charset="0"/>
              </a:rPr>
              <a:t>Login/Register</a:t>
            </a:r>
          </a:p>
          <a:p>
            <a:pPr marL="171450" indent="-171450">
              <a:buFont typeface="Courier New" panose="02070309020205020404" pitchFamily="49" charset="0"/>
              <a:buChar char="o"/>
            </a:pPr>
            <a:r>
              <a:rPr lang="en-IN" sz="1300" dirty="0">
                <a:latin typeface="Times New Roman" panose="02020603050405020304" pitchFamily="18" charset="0"/>
                <a:cs typeface="Times New Roman" panose="02020603050405020304" pitchFamily="18" charset="0"/>
              </a:rPr>
              <a:t>Create Meetings</a:t>
            </a:r>
          </a:p>
          <a:p>
            <a:pPr marL="171450" indent="-171450">
              <a:buFont typeface="Courier New" panose="02070309020205020404" pitchFamily="49" charset="0"/>
              <a:buChar char="o"/>
            </a:pPr>
            <a:r>
              <a:rPr lang="en-IN" sz="1300" dirty="0">
                <a:latin typeface="Times New Roman" panose="02020603050405020304" pitchFamily="18" charset="0"/>
                <a:cs typeface="Times New Roman" panose="02020603050405020304" pitchFamily="18" charset="0"/>
              </a:rPr>
              <a:t>View Minutes &amp; Tasks</a:t>
            </a:r>
          </a:p>
          <a:p>
            <a:pPr marL="171450" indent="-171450">
              <a:buFont typeface="Courier New" panose="02070309020205020404" pitchFamily="49" charset="0"/>
              <a:buChar char="o"/>
            </a:pPr>
            <a:r>
              <a:rPr lang="en-IN" sz="1300" dirty="0">
                <a:latin typeface="Times New Roman" panose="02020603050405020304" pitchFamily="18" charset="0"/>
                <a:cs typeface="Times New Roman" panose="02020603050405020304" pitchFamily="18" charset="0"/>
              </a:rPr>
              <a:t>Manage Participants</a:t>
            </a:r>
          </a:p>
        </p:txBody>
      </p:sp>
      <p:pic>
        <p:nvPicPr>
          <p:cNvPr id="13" name="Graphic 12" descr="Users with solid fill">
            <a:extLst>
              <a:ext uri="{FF2B5EF4-FFF2-40B4-BE49-F238E27FC236}">
                <a16:creationId xmlns:a16="http://schemas.microsoft.com/office/drawing/2014/main" id="{6881F165-9D74-BDA0-F284-9E11AFCFD59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97076" y="1177234"/>
            <a:ext cx="738230" cy="738230"/>
          </a:xfrm>
          <a:prstGeom prst="rect">
            <a:avLst/>
          </a:prstGeom>
        </p:spPr>
      </p:pic>
      <p:sp>
        <p:nvSpPr>
          <p:cNvPr id="16" name="Rectangle: Rounded Corners 15">
            <a:extLst>
              <a:ext uri="{FF2B5EF4-FFF2-40B4-BE49-F238E27FC236}">
                <a16:creationId xmlns:a16="http://schemas.microsoft.com/office/drawing/2014/main" id="{F9D9383A-D0B1-AB2A-03B3-5FA1632F23B7}"/>
              </a:ext>
            </a:extLst>
          </p:cNvPr>
          <p:cNvSpPr/>
          <p:nvPr/>
        </p:nvSpPr>
        <p:spPr>
          <a:xfrm>
            <a:off x="3585891" y="1006166"/>
            <a:ext cx="3502203" cy="1398494"/>
          </a:xfrm>
          <a:prstGeom prst="roundRect">
            <a:avLst>
              <a:gd name="adj" fmla="val 8943"/>
            </a:avLst>
          </a:prstGeom>
          <a:solidFill>
            <a:schemeClr val="tx2">
              <a:lumMod val="75000"/>
              <a:lumOff val="25000"/>
            </a:schemeClr>
          </a:solidFill>
          <a:ln>
            <a:noFill/>
          </a:ln>
        </p:spPr>
        <p:style>
          <a:lnRef idx="2">
            <a:schemeClr val="accent2"/>
          </a:lnRef>
          <a:fillRef idx="1">
            <a:schemeClr val="lt1"/>
          </a:fillRef>
          <a:effectRef idx="0">
            <a:schemeClr val="accent2"/>
          </a:effectRef>
          <a:fontRef idx="minor">
            <a:schemeClr val="dk1"/>
          </a:fontRef>
        </p:style>
        <p:txBody>
          <a:bodyPr rtlCol="0" anchor="t"/>
          <a:lstStyle/>
          <a:p>
            <a:r>
              <a:rPr lang="en-US" b="1" dirty="0">
                <a:solidFill>
                  <a:schemeClr val="bg1"/>
                </a:solidFill>
                <a:latin typeface="Times New Roman" panose="02020603050405020304" pitchFamily="18" charset="0"/>
                <a:cs typeface="Times New Roman" panose="02020603050405020304" pitchFamily="18" charset="0"/>
              </a:rPr>
              <a:t>Presentation Layer (Frontend)</a:t>
            </a:r>
          </a:p>
          <a:p>
            <a:pPr marL="285750" indent="-285750">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UI Components</a:t>
            </a:r>
          </a:p>
          <a:p>
            <a:pPr marL="285750" indent="-285750">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Meeting Dashboard</a:t>
            </a:r>
          </a:p>
          <a:p>
            <a:pPr marL="285750" indent="-285750">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Forms &amp; Validation</a:t>
            </a:r>
          </a:p>
          <a:p>
            <a:pPr marL="285750" indent="-285750">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Web Application</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21" name="Rectangle: Rounded Corners 20">
            <a:extLst>
              <a:ext uri="{FF2B5EF4-FFF2-40B4-BE49-F238E27FC236}">
                <a16:creationId xmlns:a16="http://schemas.microsoft.com/office/drawing/2014/main" id="{8F1F715D-FB1B-CCFD-43E3-8777C1176F84}"/>
              </a:ext>
            </a:extLst>
          </p:cNvPr>
          <p:cNvSpPr/>
          <p:nvPr/>
        </p:nvSpPr>
        <p:spPr>
          <a:xfrm>
            <a:off x="996584" y="2987375"/>
            <a:ext cx="10304922" cy="1847595"/>
          </a:xfrm>
          <a:prstGeom prst="roundRect">
            <a:avLst>
              <a:gd name="adj" fmla="val 8943"/>
            </a:avLst>
          </a:prstGeom>
          <a:solidFill>
            <a:schemeClr val="tx2">
              <a:lumMod val="50000"/>
              <a:lumOff val="50000"/>
            </a:schemeClr>
          </a:solidFill>
          <a:ln>
            <a:noFill/>
          </a:ln>
        </p:spPr>
        <p:style>
          <a:lnRef idx="2">
            <a:schemeClr val="accent2"/>
          </a:lnRef>
          <a:fillRef idx="1">
            <a:schemeClr val="lt1"/>
          </a:fillRef>
          <a:effectRef idx="0">
            <a:schemeClr val="accent2"/>
          </a:effectRef>
          <a:fontRef idx="minor">
            <a:schemeClr val="dk1"/>
          </a:fontRef>
        </p:style>
        <p:txBody>
          <a:bodyPr rtlCol="0" anchor="t"/>
          <a:lstStyle/>
          <a:p>
            <a:r>
              <a:rPr lang="en-US" sz="1700" b="1" dirty="0">
                <a:solidFill>
                  <a:schemeClr val="bg1"/>
                </a:solidFill>
                <a:latin typeface="Times New Roman" panose="02020603050405020304" pitchFamily="18" charset="0"/>
                <a:cs typeface="Times New Roman" panose="02020603050405020304" pitchFamily="18" charset="0"/>
              </a:rPr>
              <a:t>Application Layer (Backend)</a:t>
            </a:r>
          </a:p>
          <a:p>
            <a:pPr marL="285750" indent="-285750">
              <a:buFont typeface="Arial" panose="020B0604020202020204" pitchFamily="34" charset="0"/>
              <a:buChar char="•"/>
            </a:pPr>
            <a:endParaRPr lang="en-US" sz="1200" dirty="0">
              <a:solidFill>
                <a:schemeClr val="bg1"/>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REST Controllers</a:t>
            </a:r>
          </a:p>
          <a:p>
            <a:pPr marL="171450" indent="-171450">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Business Logic</a:t>
            </a:r>
          </a:p>
          <a:p>
            <a:pPr marL="171450" indent="-171450">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Service Layer</a:t>
            </a:r>
          </a:p>
          <a:p>
            <a:pPr marL="171450" indent="-171450">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Authentication</a:t>
            </a:r>
          </a:p>
          <a:p>
            <a:pPr marL="171450" indent="-171450">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Validation &amp; Error handling</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22" name="Rectangle: Rounded Corners 21">
            <a:extLst>
              <a:ext uri="{FF2B5EF4-FFF2-40B4-BE49-F238E27FC236}">
                <a16:creationId xmlns:a16="http://schemas.microsoft.com/office/drawing/2014/main" id="{FF04F4AA-F172-027C-DC25-DB5FA17392E4}"/>
              </a:ext>
            </a:extLst>
          </p:cNvPr>
          <p:cNvSpPr/>
          <p:nvPr/>
        </p:nvSpPr>
        <p:spPr>
          <a:xfrm>
            <a:off x="3950445" y="3094503"/>
            <a:ext cx="1390043" cy="1638871"/>
          </a:xfrm>
          <a:prstGeom prst="roundRect">
            <a:avLst>
              <a:gd name="adj" fmla="val 7208"/>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Auth Service</a:t>
            </a:r>
            <a:endParaRPr lang="en-US" sz="1050" b="1" dirty="0">
              <a:solidFill>
                <a:schemeClr val="tx1"/>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100" dirty="0">
                <a:solidFill>
                  <a:schemeClr val="tx1"/>
                </a:solidFill>
                <a:latin typeface="Times New Roman" panose="02020603050405020304" pitchFamily="18" charset="0"/>
                <a:cs typeface="Times New Roman" panose="02020603050405020304" pitchFamily="18" charset="0"/>
              </a:rPr>
              <a:t>JWT Generation</a:t>
            </a:r>
          </a:p>
          <a:p>
            <a:pPr marL="171450" indent="-171450">
              <a:buFont typeface="Arial" panose="020B0604020202020204" pitchFamily="34" charset="0"/>
              <a:buChar char="•"/>
            </a:pPr>
            <a:r>
              <a:rPr lang="en-US" sz="1050" dirty="0">
                <a:solidFill>
                  <a:schemeClr val="tx1"/>
                </a:solidFill>
                <a:latin typeface="Times New Roman" panose="02020603050405020304" pitchFamily="18" charset="0"/>
                <a:cs typeface="Times New Roman" panose="02020603050405020304" pitchFamily="18" charset="0"/>
              </a:rPr>
              <a:t>Token Validation</a:t>
            </a:r>
          </a:p>
          <a:p>
            <a:pPr marL="171450" indent="-171450">
              <a:buFont typeface="Arial" panose="020B0604020202020204" pitchFamily="34" charset="0"/>
              <a:buChar char="•"/>
            </a:pPr>
            <a:r>
              <a:rPr lang="en-US" sz="1050" dirty="0">
                <a:solidFill>
                  <a:schemeClr val="tx1"/>
                </a:solidFill>
                <a:latin typeface="Times New Roman" panose="02020603050405020304" pitchFamily="18" charset="0"/>
                <a:cs typeface="Times New Roman" panose="02020603050405020304" pitchFamily="18" charset="0"/>
              </a:rPr>
              <a:t>User Management</a:t>
            </a:r>
            <a:endParaRPr lang="en-IN" sz="1050" dirty="0">
              <a:solidFill>
                <a:schemeClr val="tx1"/>
              </a:solidFill>
              <a:latin typeface="Times New Roman" panose="02020603050405020304" pitchFamily="18" charset="0"/>
              <a:cs typeface="Times New Roman" panose="02020603050405020304" pitchFamily="18" charset="0"/>
            </a:endParaRPr>
          </a:p>
        </p:txBody>
      </p:sp>
      <p:sp>
        <p:nvSpPr>
          <p:cNvPr id="23" name="Rectangle: Rounded Corners 22">
            <a:extLst>
              <a:ext uri="{FF2B5EF4-FFF2-40B4-BE49-F238E27FC236}">
                <a16:creationId xmlns:a16="http://schemas.microsoft.com/office/drawing/2014/main" id="{C38CBB01-D5E1-72CC-8427-7E43427F0CFA}"/>
              </a:ext>
            </a:extLst>
          </p:cNvPr>
          <p:cNvSpPr/>
          <p:nvPr/>
        </p:nvSpPr>
        <p:spPr>
          <a:xfrm>
            <a:off x="5425965" y="3105983"/>
            <a:ext cx="1390043" cy="1638871"/>
          </a:xfrm>
          <a:prstGeom prst="roundRect">
            <a:avLst>
              <a:gd name="adj" fmla="val 7208"/>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Meeting Service</a:t>
            </a:r>
          </a:p>
          <a:p>
            <a:pPr marL="171450" indent="-171450">
              <a:buFont typeface="Arial" panose="020B0604020202020204" pitchFamily="34" charset="0"/>
              <a:buChar char="•"/>
            </a:pPr>
            <a:r>
              <a:rPr lang="en-US" sz="1100" dirty="0">
                <a:solidFill>
                  <a:schemeClr val="tx1"/>
                </a:solidFill>
                <a:latin typeface="Times New Roman" panose="02020603050405020304" pitchFamily="18" charset="0"/>
                <a:cs typeface="Times New Roman" panose="02020603050405020304" pitchFamily="18" charset="0"/>
              </a:rPr>
              <a:t>Create / Update</a:t>
            </a:r>
          </a:p>
          <a:p>
            <a:pPr marL="171450" indent="-171450">
              <a:buFont typeface="Arial" panose="020B0604020202020204" pitchFamily="34" charset="0"/>
              <a:buChar char="•"/>
            </a:pPr>
            <a:r>
              <a:rPr lang="en-US" sz="1100" dirty="0">
                <a:solidFill>
                  <a:schemeClr val="tx1"/>
                </a:solidFill>
                <a:latin typeface="Times New Roman" panose="02020603050405020304" pitchFamily="18" charset="0"/>
                <a:cs typeface="Times New Roman" panose="02020603050405020304" pitchFamily="18" charset="0"/>
              </a:rPr>
              <a:t>Manage Meetings</a:t>
            </a:r>
          </a:p>
          <a:p>
            <a:pPr marL="171450" indent="-171450">
              <a:buFont typeface="Arial" panose="020B0604020202020204" pitchFamily="34" charset="0"/>
              <a:buChar char="•"/>
            </a:pPr>
            <a:r>
              <a:rPr lang="en-US" sz="1100" dirty="0">
                <a:solidFill>
                  <a:schemeClr val="tx1"/>
                </a:solidFill>
                <a:latin typeface="Times New Roman" panose="02020603050405020304" pitchFamily="18" charset="0"/>
                <a:cs typeface="Times New Roman" panose="02020603050405020304" pitchFamily="18" charset="0"/>
              </a:rPr>
              <a:t>Participants</a:t>
            </a:r>
            <a:endParaRPr lang="en-IN" sz="1100" dirty="0">
              <a:solidFill>
                <a:schemeClr val="tx1"/>
              </a:solidFill>
              <a:latin typeface="Times New Roman" panose="02020603050405020304" pitchFamily="18" charset="0"/>
              <a:cs typeface="Times New Roman" panose="02020603050405020304" pitchFamily="18" charset="0"/>
            </a:endParaRPr>
          </a:p>
        </p:txBody>
      </p:sp>
      <p:sp>
        <p:nvSpPr>
          <p:cNvPr id="24" name="Rectangle: Rounded Corners 23">
            <a:extLst>
              <a:ext uri="{FF2B5EF4-FFF2-40B4-BE49-F238E27FC236}">
                <a16:creationId xmlns:a16="http://schemas.microsoft.com/office/drawing/2014/main" id="{C85A1438-7E61-CC3D-65C1-63678F8D9B92}"/>
              </a:ext>
            </a:extLst>
          </p:cNvPr>
          <p:cNvSpPr/>
          <p:nvPr/>
        </p:nvSpPr>
        <p:spPr>
          <a:xfrm>
            <a:off x="8350331" y="3105983"/>
            <a:ext cx="1390043" cy="1638871"/>
          </a:xfrm>
          <a:prstGeom prst="roundRect">
            <a:avLst>
              <a:gd name="adj" fmla="val 7208"/>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AI Analysis Service</a:t>
            </a:r>
          </a:p>
          <a:p>
            <a:pPr marL="171450" indent="-171450">
              <a:buFont typeface="Arial" panose="020B0604020202020204" pitchFamily="34" charset="0"/>
              <a:buChar char="•"/>
            </a:pPr>
            <a:r>
              <a:rPr lang="en-US" sz="1100" dirty="0">
                <a:solidFill>
                  <a:schemeClr val="tx1"/>
                </a:solidFill>
                <a:latin typeface="Times New Roman" panose="02020603050405020304" pitchFamily="18" charset="0"/>
                <a:cs typeface="Times New Roman" panose="02020603050405020304" pitchFamily="18" charset="0"/>
              </a:rPr>
              <a:t>Send to Gemini API</a:t>
            </a:r>
          </a:p>
          <a:p>
            <a:pPr marL="171450" indent="-171450">
              <a:buFont typeface="Arial" panose="020B0604020202020204" pitchFamily="34" charset="0"/>
              <a:buChar char="•"/>
            </a:pPr>
            <a:r>
              <a:rPr lang="en-US" sz="1100" dirty="0">
                <a:solidFill>
                  <a:schemeClr val="tx1"/>
                </a:solidFill>
                <a:latin typeface="Times New Roman" panose="02020603050405020304" pitchFamily="18" charset="0"/>
                <a:cs typeface="Times New Roman" panose="02020603050405020304" pitchFamily="18" charset="0"/>
              </a:rPr>
              <a:t>Parse JSON Response</a:t>
            </a:r>
          </a:p>
          <a:p>
            <a:pPr marL="171450" indent="-171450">
              <a:buFont typeface="Arial" panose="020B0604020202020204" pitchFamily="34" charset="0"/>
              <a:buChar char="•"/>
            </a:pPr>
            <a:r>
              <a:rPr lang="en-US" sz="1100" dirty="0">
                <a:solidFill>
                  <a:schemeClr val="tx1"/>
                </a:solidFill>
                <a:latin typeface="Times New Roman" panose="02020603050405020304" pitchFamily="18" charset="0"/>
                <a:cs typeface="Times New Roman" panose="02020603050405020304" pitchFamily="18" charset="0"/>
              </a:rPr>
              <a:t>Validate Data</a:t>
            </a:r>
            <a:endParaRPr lang="en-IN" sz="1100" dirty="0">
              <a:solidFill>
                <a:schemeClr val="tx1"/>
              </a:solidFill>
              <a:latin typeface="Times New Roman" panose="02020603050405020304" pitchFamily="18" charset="0"/>
              <a:cs typeface="Times New Roman" panose="02020603050405020304" pitchFamily="18" charset="0"/>
            </a:endParaRPr>
          </a:p>
        </p:txBody>
      </p:sp>
      <p:sp>
        <p:nvSpPr>
          <p:cNvPr id="25" name="Rectangle: Rounded Corners 24">
            <a:extLst>
              <a:ext uri="{FF2B5EF4-FFF2-40B4-BE49-F238E27FC236}">
                <a16:creationId xmlns:a16="http://schemas.microsoft.com/office/drawing/2014/main" id="{E478EDF7-7962-CB2B-265A-E8C772BA4939}"/>
              </a:ext>
            </a:extLst>
          </p:cNvPr>
          <p:cNvSpPr/>
          <p:nvPr/>
        </p:nvSpPr>
        <p:spPr>
          <a:xfrm>
            <a:off x="6885160" y="3105983"/>
            <a:ext cx="1390043" cy="1638871"/>
          </a:xfrm>
          <a:prstGeom prst="roundRect">
            <a:avLst>
              <a:gd name="adj" fmla="val 7208"/>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Whisper Service</a:t>
            </a:r>
          </a:p>
          <a:p>
            <a:pPr marL="171450" indent="-171450">
              <a:buFont typeface="Arial" panose="020B0604020202020204" pitchFamily="34" charset="0"/>
              <a:buChar char="•"/>
            </a:pPr>
            <a:r>
              <a:rPr lang="en-US" sz="1100" dirty="0">
                <a:solidFill>
                  <a:schemeClr val="tx1"/>
                </a:solidFill>
                <a:latin typeface="Times New Roman" panose="02020603050405020304" pitchFamily="18" charset="0"/>
                <a:cs typeface="Times New Roman" panose="02020603050405020304" pitchFamily="18" charset="0"/>
              </a:rPr>
              <a:t>Audio Processing</a:t>
            </a:r>
          </a:p>
          <a:p>
            <a:pPr marL="171450" indent="-171450">
              <a:buFont typeface="Arial" panose="020B0604020202020204" pitchFamily="34" charset="0"/>
              <a:buChar char="•"/>
            </a:pPr>
            <a:r>
              <a:rPr lang="en-US" sz="1100" dirty="0">
                <a:solidFill>
                  <a:schemeClr val="tx1"/>
                </a:solidFill>
                <a:latin typeface="Times New Roman" panose="02020603050405020304" pitchFamily="18" charset="0"/>
                <a:cs typeface="Times New Roman" panose="02020603050405020304" pitchFamily="18" charset="0"/>
              </a:rPr>
              <a:t>Speech to text</a:t>
            </a:r>
          </a:p>
          <a:p>
            <a:pPr marL="171450" indent="-171450">
              <a:buFont typeface="Arial" panose="020B0604020202020204" pitchFamily="34" charset="0"/>
              <a:buChar char="•"/>
            </a:pPr>
            <a:r>
              <a:rPr lang="en-US" sz="1100" dirty="0">
                <a:solidFill>
                  <a:schemeClr val="tx1"/>
                </a:solidFill>
                <a:latin typeface="Times New Roman" panose="02020603050405020304" pitchFamily="18" charset="0"/>
                <a:cs typeface="Times New Roman" panose="02020603050405020304" pitchFamily="18" charset="0"/>
              </a:rPr>
              <a:t>Generate Transcriptions</a:t>
            </a:r>
            <a:endParaRPr lang="en-IN" sz="1100" dirty="0">
              <a:solidFill>
                <a:schemeClr val="tx1"/>
              </a:solidFill>
              <a:latin typeface="Times New Roman" panose="02020603050405020304" pitchFamily="18" charset="0"/>
              <a:cs typeface="Times New Roman" panose="02020603050405020304" pitchFamily="18" charset="0"/>
            </a:endParaRPr>
          </a:p>
        </p:txBody>
      </p:sp>
      <p:sp>
        <p:nvSpPr>
          <p:cNvPr id="26" name="Rectangle: Rounded Corners 25">
            <a:extLst>
              <a:ext uri="{FF2B5EF4-FFF2-40B4-BE49-F238E27FC236}">
                <a16:creationId xmlns:a16="http://schemas.microsoft.com/office/drawing/2014/main" id="{DC7D0D3E-5B2E-5443-FD8E-14C621C23512}"/>
              </a:ext>
            </a:extLst>
          </p:cNvPr>
          <p:cNvSpPr/>
          <p:nvPr/>
        </p:nvSpPr>
        <p:spPr>
          <a:xfrm>
            <a:off x="9805372" y="3099719"/>
            <a:ext cx="1390043" cy="1638871"/>
          </a:xfrm>
          <a:prstGeom prst="roundRect">
            <a:avLst>
              <a:gd name="adj" fmla="val 7208"/>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Task Service</a:t>
            </a:r>
          </a:p>
          <a:p>
            <a:pPr marL="171450" indent="-171450">
              <a:buFont typeface="Arial" panose="020B0604020202020204" pitchFamily="34" charset="0"/>
              <a:buChar char="•"/>
            </a:pPr>
            <a:r>
              <a:rPr lang="en-US" sz="1100" dirty="0">
                <a:solidFill>
                  <a:schemeClr val="tx1"/>
                </a:solidFill>
                <a:latin typeface="Times New Roman" panose="02020603050405020304" pitchFamily="18" charset="0"/>
                <a:cs typeface="Times New Roman" panose="02020603050405020304" pitchFamily="18" charset="0"/>
              </a:rPr>
              <a:t>Create Task</a:t>
            </a:r>
          </a:p>
          <a:p>
            <a:pPr marL="171450" indent="-171450">
              <a:buFont typeface="Arial" panose="020B0604020202020204" pitchFamily="34" charset="0"/>
              <a:buChar char="•"/>
            </a:pPr>
            <a:r>
              <a:rPr lang="en-US" sz="1100" dirty="0">
                <a:solidFill>
                  <a:schemeClr val="tx1"/>
                </a:solidFill>
                <a:latin typeface="Times New Roman" panose="02020603050405020304" pitchFamily="18" charset="0"/>
                <a:cs typeface="Times New Roman" panose="02020603050405020304" pitchFamily="18" charset="0"/>
              </a:rPr>
              <a:t>Assign Participants</a:t>
            </a:r>
          </a:p>
          <a:p>
            <a:pPr marL="171450" indent="-171450">
              <a:buFont typeface="Arial" panose="020B0604020202020204" pitchFamily="34" charset="0"/>
              <a:buChar char="•"/>
            </a:pPr>
            <a:r>
              <a:rPr lang="en-US" sz="1100" dirty="0">
                <a:solidFill>
                  <a:schemeClr val="tx1"/>
                </a:solidFill>
                <a:latin typeface="Times New Roman" panose="02020603050405020304" pitchFamily="18" charset="0"/>
                <a:cs typeface="Times New Roman" panose="02020603050405020304" pitchFamily="18" charset="0"/>
              </a:rPr>
              <a:t>Track Status</a:t>
            </a:r>
            <a:endParaRPr lang="en-IN" sz="1100" dirty="0">
              <a:solidFill>
                <a:schemeClr val="tx1"/>
              </a:solidFill>
              <a:latin typeface="Times New Roman" panose="02020603050405020304" pitchFamily="18" charset="0"/>
              <a:cs typeface="Times New Roman" panose="02020603050405020304" pitchFamily="18" charset="0"/>
            </a:endParaRPr>
          </a:p>
        </p:txBody>
      </p:sp>
      <p:sp>
        <p:nvSpPr>
          <p:cNvPr id="27" name="Rectangle: Rounded Corners 26">
            <a:extLst>
              <a:ext uri="{FF2B5EF4-FFF2-40B4-BE49-F238E27FC236}">
                <a16:creationId xmlns:a16="http://schemas.microsoft.com/office/drawing/2014/main" id="{A14C00AF-31A6-EF2E-2C87-FADE614956C6}"/>
              </a:ext>
            </a:extLst>
          </p:cNvPr>
          <p:cNvSpPr/>
          <p:nvPr/>
        </p:nvSpPr>
        <p:spPr>
          <a:xfrm>
            <a:off x="996584" y="5291293"/>
            <a:ext cx="10304922" cy="962599"/>
          </a:xfrm>
          <a:prstGeom prst="roundRect">
            <a:avLst>
              <a:gd name="adj" fmla="val 8943"/>
            </a:avLst>
          </a:prstGeom>
          <a:solidFill>
            <a:schemeClr val="accent1">
              <a:lumMod val="60000"/>
              <a:lumOff val="40000"/>
            </a:schemeClr>
          </a:solidFill>
          <a:ln>
            <a:noFill/>
          </a:ln>
        </p:spPr>
        <p:style>
          <a:lnRef idx="2">
            <a:schemeClr val="accent2"/>
          </a:lnRef>
          <a:fillRef idx="1">
            <a:schemeClr val="lt1"/>
          </a:fillRef>
          <a:effectRef idx="0">
            <a:schemeClr val="accent2"/>
          </a:effectRef>
          <a:fontRef idx="minor">
            <a:schemeClr val="dk1"/>
          </a:fontRef>
        </p:style>
        <p:txBody>
          <a:bodyPr rtlCol="0" anchor="t"/>
          <a:lstStyle/>
          <a:p>
            <a:r>
              <a:rPr lang="en-US" b="1" dirty="0">
                <a:solidFill>
                  <a:schemeClr val="bg1"/>
                </a:solidFill>
                <a:latin typeface="Times New Roman" panose="02020603050405020304" pitchFamily="18" charset="0"/>
                <a:cs typeface="Times New Roman" panose="02020603050405020304" pitchFamily="18" charset="0"/>
              </a:rPr>
              <a:t>Data Layer</a:t>
            </a:r>
          </a:p>
          <a:p>
            <a:endParaRPr lang="en-US" sz="1200" b="1" dirty="0">
              <a:solidFill>
                <a:schemeClr val="bg1"/>
              </a:solidFill>
              <a:latin typeface="Times New Roman" panose="02020603050405020304" pitchFamily="18" charset="0"/>
              <a:cs typeface="Times New Roman" panose="02020603050405020304" pitchFamily="18" charset="0"/>
            </a:endParaRPr>
          </a:p>
          <a:p>
            <a:r>
              <a:rPr lang="en-US" sz="1200" dirty="0">
                <a:solidFill>
                  <a:schemeClr val="bg1"/>
                </a:solidFill>
                <a:latin typeface="Times New Roman" panose="02020603050405020304" pitchFamily="18" charset="0"/>
                <a:cs typeface="Times New Roman" panose="02020603050405020304" pitchFamily="18" charset="0"/>
              </a:rPr>
              <a:t>Postgres SQL (Database)</a:t>
            </a:r>
          </a:p>
        </p:txBody>
      </p:sp>
      <p:sp>
        <p:nvSpPr>
          <p:cNvPr id="28" name="Rectangle: Rounded Corners 27">
            <a:extLst>
              <a:ext uri="{FF2B5EF4-FFF2-40B4-BE49-F238E27FC236}">
                <a16:creationId xmlns:a16="http://schemas.microsoft.com/office/drawing/2014/main" id="{502DBF08-1F76-82C9-CA0B-950A557EC175}"/>
              </a:ext>
            </a:extLst>
          </p:cNvPr>
          <p:cNvSpPr/>
          <p:nvPr/>
        </p:nvSpPr>
        <p:spPr>
          <a:xfrm>
            <a:off x="2952376" y="5548718"/>
            <a:ext cx="938306" cy="447928"/>
          </a:xfrm>
          <a:prstGeom prst="roundRect">
            <a:avLst>
              <a:gd name="adj" fmla="val 50000"/>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Users</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29" name="Rectangle: Rounded Corners 28">
            <a:extLst>
              <a:ext uri="{FF2B5EF4-FFF2-40B4-BE49-F238E27FC236}">
                <a16:creationId xmlns:a16="http://schemas.microsoft.com/office/drawing/2014/main" id="{5AE6A5A1-0D76-5B49-38D6-B78424D2C67C}"/>
              </a:ext>
            </a:extLst>
          </p:cNvPr>
          <p:cNvSpPr/>
          <p:nvPr/>
        </p:nvSpPr>
        <p:spPr>
          <a:xfrm>
            <a:off x="4038599" y="5548718"/>
            <a:ext cx="1077259" cy="447928"/>
          </a:xfrm>
          <a:prstGeom prst="roundRect">
            <a:avLst>
              <a:gd name="adj" fmla="val 50000"/>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Meetings</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0" name="Rectangle: Rounded Corners 29">
            <a:extLst>
              <a:ext uri="{FF2B5EF4-FFF2-40B4-BE49-F238E27FC236}">
                <a16:creationId xmlns:a16="http://schemas.microsoft.com/office/drawing/2014/main" id="{E9F0C773-8437-F14D-BCF5-B30BAF149621}"/>
              </a:ext>
            </a:extLst>
          </p:cNvPr>
          <p:cNvSpPr/>
          <p:nvPr/>
        </p:nvSpPr>
        <p:spPr>
          <a:xfrm>
            <a:off x="5263775" y="5548718"/>
            <a:ext cx="1265182" cy="447928"/>
          </a:xfrm>
          <a:prstGeom prst="roundRect">
            <a:avLst>
              <a:gd name="adj" fmla="val 50000"/>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Participants</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1" name="Rectangle: Rounded Corners 30">
            <a:extLst>
              <a:ext uri="{FF2B5EF4-FFF2-40B4-BE49-F238E27FC236}">
                <a16:creationId xmlns:a16="http://schemas.microsoft.com/office/drawing/2014/main" id="{B40EDAD2-2F9A-69F7-F014-C499059367E9}"/>
              </a:ext>
            </a:extLst>
          </p:cNvPr>
          <p:cNvSpPr/>
          <p:nvPr/>
        </p:nvSpPr>
        <p:spPr>
          <a:xfrm>
            <a:off x="6676873" y="5548628"/>
            <a:ext cx="1558711" cy="447928"/>
          </a:xfrm>
          <a:prstGeom prst="roundRect">
            <a:avLst>
              <a:gd name="adj" fmla="val 50000"/>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latin typeface="Times New Roman" panose="02020603050405020304" pitchFamily="18" charset="0"/>
                <a:cs typeface="Times New Roman" panose="02020603050405020304" pitchFamily="18" charset="0"/>
              </a:rPr>
              <a:t>MeetingMinutes</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2" name="Rectangle: Rounded Corners 31">
            <a:extLst>
              <a:ext uri="{FF2B5EF4-FFF2-40B4-BE49-F238E27FC236}">
                <a16:creationId xmlns:a16="http://schemas.microsoft.com/office/drawing/2014/main" id="{43C9DE42-9EC2-239B-299A-94A1D5550CBF}"/>
              </a:ext>
            </a:extLst>
          </p:cNvPr>
          <p:cNvSpPr/>
          <p:nvPr/>
        </p:nvSpPr>
        <p:spPr>
          <a:xfrm>
            <a:off x="8383501" y="5548628"/>
            <a:ext cx="1119088" cy="447928"/>
          </a:xfrm>
          <a:prstGeom prst="roundRect">
            <a:avLst>
              <a:gd name="adj" fmla="val 50000"/>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Times New Roman" panose="02020603050405020304" pitchFamily="18" charset="0"/>
                <a:cs typeface="Times New Roman" panose="02020603050405020304" pitchFamily="18" charset="0"/>
              </a:rPr>
              <a:t>Decisions</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3" name="Rectangle: Rounded Corners 32">
            <a:extLst>
              <a:ext uri="{FF2B5EF4-FFF2-40B4-BE49-F238E27FC236}">
                <a16:creationId xmlns:a16="http://schemas.microsoft.com/office/drawing/2014/main" id="{54769A86-9EA8-6D42-747A-A283B7A6484D}"/>
              </a:ext>
            </a:extLst>
          </p:cNvPr>
          <p:cNvSpPr/>
          <p:nvPr/>
        </p:nvSpPr>
        <p:spPr>
          <a:xfrm>
            <a:off x="9677059" y="5548628"/>
            <a:ext cx="1344716" cy="447928"/>
          </a:xfrm>
          <a:prstGeom prst="roundRect">
            <a:avLst>
              <a:gd name="adj" fmla="val 50000"/>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latin typeface="Times New Roman" panose="02020603050405020304" pitchFamily="18" charset="0"/>
                <a:cs typeface="Times New Roman" panose="02020603050405020304" pitchFamily="18" charset="0"/>
              </a:rPr>
              <a:t>ActionItems</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34" name="Rectangle: Rounded Corners 33">
            <a:extLst>
              <a:ext uri="{FF2B5EF4-FFF2-40B4-BE49-F238E27FC236}">
                <a16:creationId xmlns:a16="http://schemas.microsoft.com/office/drawing/2014/main" id="{0E8E9E8A-A6DB-62DD-C834-7D8FF5979692}"/>
              </a:ext>
            </a:extLst>
          </p:cNvPr>
          <p:cNvSpPr/>
          <p:nvPr/>
        </p:nvSpPr>
        <p:spPr>
          <a:xfrm>
            <a:off x="7363012" y="905700"/>
            <a:ext cx="3658763" cy="1559613"/>
          </a:xfrm>
          <a:prstGeom prst="roundRect">
            <a:avLst>
              <a:gd name="adj" fmla="val 8943"/>
            </a:avLst>
          </a:prstGeom>
          <a:solidFill>
            <a:schemeClr val="accent1">
              <a:lumMod val="60000"/>
              <a:lumOff val="40000"/>
            </a:schemeClr>
          </a:solidFill>
          <a:ln>
            <a:noFill/>
          </a:ln>
        </p:spPr>
        <p:style>
          <a:lnRef idx="2">
            <a:schemeClr val="accent2"/>
          </a:lnRef>
          <a:fillRef idx="1">
            <a:schemeClr val="lt1"/>
          </a:fillRef>
          <a:effectRef idx="0">
            <a:schemeClr val="accent2"/>
          </a:effectRef>
          <a:fontRef idx="minor">
            <a:schemeClr val="dk1"/>
          </a:fontRef>
        </p:style>
        <p:txBody>
          <a:bodyPr vert="horz" rtlCol="0" anchor="t"/>
          <a:lstStyle/>
          <a:p>
            <a:pPr lvl="1"/>
            <a:r>
              <a:rPr lang="en-US" sz="1600" b="1" dirty="0">
                <a:solidFill>
                  <a:schemeClr val="bg1"/>
                </a:solidFill>
                <a:latin typeface="Times New Roman" panose="02020603050405020304" pitchFamily="18" charset="0"/>
                <a:cs typeface="Times New Roman" panose="02020603050405020304" pitchFamily="18" charset="0"/>
              </a:rPr>
              <a:t>Google Gemini API (Cloud AI)</a:t>
            </a:r>
          </a:p>
          <a:p>
            <a:pPr marL="742950" lvl="1" indent="-285750">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Analyze Transcript</a:t>
            </a:r>
          </a:p>
          <a:p>
            <a:pPr marL="742950" lvl="1" indent="-285750">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Generate Summary</a:t>
            </a:r>
          </a:p>
          <a:p>
            <a:pPr marL="742950" lvl="1" indent="-285750">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Extract Decisions</a:t>
            </a:r>
          </a:p>
          <a:p>
            <a:pPr marL="742950" lvl="1" indent="-285750">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Extract </a:t>
            </a:r>
            <a:r>
              <a:rPr lang="en-US" sz="1400" dirty="0" err="1">
                <a:solidFill>
                  <a:schemeClr val="bg1"/>
                </a:solidFill>
                <a:latin typeface="Times New Roman" panose="02020603050405020304" pitchFamily="18" charset="0"/>
                <a:cs typeface="Times New Roman" panose="02020603050405020304" pitchFamily="18" charset="0"/>
              </a:rPr>
              <a:t>Actionitems</a:t>
            </a:r>
            <a:endParaRPr lang="en-US" sz="1400" dirty="0">
              <a:solidFill>
                <a:schemeClr val="bg1"/>
              </a:solidFill>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sz="1400" dirty="0">
                <a:solidFill>
                  <a:schemeClr val="bg1"/>
                </a:solidFill>
                <a:latin typeface="Times New Roman" panose="02020603050405020304" pitchFamily="18" charset="0"/>
                <a:cs typeface="Times New Roman" panose="02020603050405020304" pitchFamily="18" charset="0"/>
              </a:rPr>
              <a:t>Identify Deadlines</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D583014C-4941-001D-0647-48167CBB5C66}"/>
              </a:ext>
            </a:extLst>
          </p:cNvPr>
          <p:cNvSpPr txBox="1"/>
          <p:nvPr/>
        </p:nvSpPr>
        <p:spPr>
          <a:xfrm>
            <a:off x="7458634" y="1099673"/>
            <a:ext cx="353943" cy="1287060"/>
          </a:xfrm>
          <a:prstGeom prst="rect">
            <a:avLst/>
          </a:prstGeom>
          <a:noFill/>
        </p:spPr>
        <p:txBody>
          <a:bodyPr vert="vert270" wrap="square" rtlCol="0">
            <a:spAutoFit/>
          </a:bodyPr>
          <a:lstStyle/>
          <a:p>
            <a:r>
              <a:rPr lang="en-US" sz="1100" b="1" dirty="0">
                <a:solidFill>
                  <a:srgbClr val="FFFF00"/>
                </a:solidFill>
                <a:latin typeface="Times New Roman" panose="02020603050405020304" pitchFamily="18" charset="0"/>
                <a:cs typeface="Times New Roman" panose="02020603050405020304" pitchFamily="18" charset="0"/>
              </a:rPr>
              <a:t>External AI Service</a:t>
            </a:r>
            <a:endParaRPr lang="en-IN" sz="1100" b="1" dirty="0">
              <a:solidFill>
                <a:srgbClr val="FFFF00"/>
              </a:solidFill>
              <a:latin typeface="Times New Roman" panose="02020603050405020304" pitchFamily="18" charset="0"/>
              <a:cs typeface="Times New Roman" panose="02020603050405020304" pitchFamily="18" charset="0"/>
            </a:endParaRPr>
          </a:p>
        </p:txBody>
      </p:sp>
      <p:sp>
        <p:nvSpPr>
          <p:cNvPr id="42" name="Arrow: Right 41">
            <a:extLst>
              <a:ext uri="{FF2B5EF4-FFF2-40B4-BE49-F238E27FC236}">
                <a16:creationId xmlns:a16="http://schemas.microsoft.com/office/drawing/2014/main" id="{F6D8B88A-691C-7041-3BE7-37EA2B7E7998}"/>
              </a:ext>
            </a:extLst>
          </p:cNvPr>
          <p:cNvSpPr/>
          <p:nvPr/>
        </p:nvSpPr>
        <p:spPr>
          <a:xfrm>
            <a:off x="2952376" y="1418812"/>
            <a:ext cx="617071" cy="221127"/>
          </a:xfrm>
          <a:prstGeom prst="rightArrow">
            <a:avLst>
              <a:gd name="adj1" fmla="val 39189"/>
              <a:gd name="adj2" fmla="val 85136"/>
            </a:avLst>
          </a:prstGeom>
          <a:solidFill>
            <a:srgbClr val="163E6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43" name="Arrow: Right 42">
            <a:extLst>
              <a:ext uri="{FF2B5EF4-FFF2-40B4-BE49-F238E27FC236}">
                <a16:creationId xmlns:a16="http://schemas.microsoft.com/office/drawing/2014/main" id="{AB33E429-ADE3-8DA7-8DE1-E1D476EBCA24}"/>
              </a:ext>
            </a:extLst>
          </p:cNvPr>
          <p:cNvSpPr/>
          <p:nvPr/>
        </p:nvSpPr>
        <p:spPr>
          <a:xfrm rot="16200000">
            <a:off x="4955239" y="2629593"/>
            <a:ext cx="617071" cy="221127"/>
          </a:xfrm>
          <a:prstGeom prst="rightArrow">
            <a:avLst>
              <a:gd name="adj1" fmla="val 39189"/>
              <a:gd name="adj2" fmla="val 85136"/>
            </a:avLst>
          </a:prstGeom>
          <a:solidFill>
            <a:srgbClr val="4E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44" name="Arrow: Right 43">
            <a:extLst>
              <a:ext uri="{FF2B5EF4-FFF2-40B4-BE49-F238E27FC236}">
                <a16:creationId xmlns:a16="http://schemas.microsoft.com/office/drawing/2014/main" id="{74E69BA2-42AF-F56A-68BC-7AA588F64707}"/>
              </a:ext>
            </a:extLst>
          </p:cNvPr>
          <p:cNvSpPr/>
          <p:nvPr/>
        </p:nvSpPr>
        <p:spPr>
          <a:xfrm rot="5400000">
            <a:off x="4117788" y="2543018"/>
            <a:ext cx="617071" cy="221127"/>
          </a:xfrm>
          <a:prstGeom prst="rightArrow">
            <a:avLst>
              <a:gd name="adj1" fmla="val 39189"/>
              <a:gd name="adj2" fmla="val 85136"/>
            </a:avLst>
          </a:prstGeom>
          <a:solidFill>
            <a:srgbClr val="215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45" name="Arrow: Right 44">
            <a:extLst>
              <a:ext uri="{FF2B5EF4-FFF2-40B4-BE49-F238E27FC236}">
                <a16:creationId xmlns:a16="http://schemas.microsoft.com/office/drawing/2014/main" id="{3B6852D8-47B6-446D-D4B0-E8E30FFAA31E}"/>
              </a:ext>
            </a:extLst>
          </p:cNvPr>
          <p:cNvSpPr/>
          <p:nvPr/>
        </p:nvSpPr>
        <p:spPr>
          <a:xfrm rot="16200000">
            <a:off x="9021709" y="2642654"/>
            <a:ext cx="525295" cy="221127"/>
          </a:xfrm>
          <a:prstGeom prst="rightArrow">
            <a:avLst>
              <a:gd name="adj1" fmla="val 39189"/>
              <a:gd name="adj2" fmla="val 85136"/>
            </a:avLst>
          </a:prstGeom>
          <a:solidFill>
            <a:srgbClr val="4E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46" name="Arrow: Right 45">
            <a:extLst>
              <a:ext uri="{FF2B5EF4-FFF2-40B4-BE49-F238E27FC236}">
                <a16:creationId xmlns:a16="http://schemas.microsoft.com/office/drawing/2014/main" id="{D9F57742-2C9B-1582-F6C6-AEF112C0C6DA}"/>
              </a:ext>
            </a:extLst>
          </p:cNvPr>
          <p:cNvSpPr/>
          <p:nvPr/>
        </p:nvSpPr>
        <p:spPr>
          <a:xfrm rot="5400000">
            <a:off x="10086769" y="2582911"/>
            <a:ext cx="525295" cy="221127"/>
          </a:xfrm>
          <a:prstGeom prst="rightArrow">
            <a:avLst>
              <a:gd name="adj1" fmla="val 39189"/>
              <a:gd name="adj2" fmla="val 85136"/>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47" name="Arrow: Right 46">
            <a:extLst>
              <a:ext uri="{FF2B5EF4-FFF2-40B4-BE49-F238E27FC236}">
                <a16:creationId xmlns:a16="http://schemas.microsoft.com/office/drawing/2014/main" id="{DAFE4BA7-5376-E475-B57C-75585D2F4A3B}"/>
              </a:ext>
            </a:extLst>
          </p:cNvPr>
          <p:cNvSpPr/>
          <p:nvPr/>
        </p:nvSpPr>
        <p:spPr>
          <a:xfrm rot="5400000">
            <a:off x="5197185" y="4937979"/>
            <a:ext cx="427143" cy="221126"/>
          </a:xfrm>
          <a:prstGeom prst="rightArrow">
            <a:avLst>
              <a:gd name="adj1" fmla="val 39189"/>
              <a:gd name="adj2" fmla="val 85136"/>
            </a:avLst>
          </a:prstGeom>
          <a:solidFill>
            <a:srgbClr val="4E95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48" name="Arrow: Right 47">
            <a:extLst>
              <a:ext uri="{FF2B5EF4-FFF2-40B4-BE49-F238E27FC236}">
                <a16:creationId xmlns:a16="http://schemas.microsoft.com/office/drawing/2014/main" id="{31E52255-79C8-86BF-F5B3-5BFC5A87045C}"/>
              </a:ext>
            </a:extLst>
          </p:cNvPr>
          <p:cNvSpPr/>
          <p:nvPr/>
        </p:nvSpPr>
        <p:spPr>
          <a:xfrm rot="16200000">
            <a:off x="6256145" y="4967158"/>
            <a:ext cx="427143" cy="221126"/>
          </a:xfrm>
          <a:prstGeom prst="rightArrow">
            <a:avLst>
              <a:gd name="adj1" fmla="val 39189"/>
              <a:gd name="adj2" fmla="val 85136"/>
            </a:avLst>
          </a:prstGeom>
          <a:solidFill>
            <a:srgbClr val="46B1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Times New Roman" panose="02020603050405020304" pitchFamily="18" charset="0"/>
              <a:cs typeface="Times New Roman" panose="02020603050405020304" pitchFamily="18" charset="0"/>
            </a:endParaRPr>
          </a:p>
        </p:txBody>
      </p:sp>
      <p:sp>
        <p:nvSpPr>
          <p:cNvPr id="49" name="TextBox 48">
            <a:extLst>
              <a:ext uri="{FF2B5EF4-FFF2-40B4-BE49-F238E27FC236}">
                <a16:creationId xmlns:a16="http://schemas.microsoft.com/office/drawing/2014/main" id="{87ED353C-C027-B653-0B05-89CD8B9469F5}"/>
              </a:ext>
            </a:extLst>
          </p:cNvPr>
          <p:cNvSpPr txBox="1"/>
          <p:nvPr/>
        </p:nvSpPr>
        <p:spPr>
          <a:xfrm>
            <a:off x="2988234" y="1205898"/>
            <a:ext cx="557305" cy="230832"/>
          </a:xfrm>
          <a:prstGeom prst="rect">
            <a:avLst/>
          </a:prstGeom>
          <a:noFill/>
        </p:spPr>
        <p:txBody>
          <a:bodyPr wrap="square" rtlCol="0">
            <a:spAutoFit/>
          </a:bodyPr>
          <a:lstStyle/>
          <a:p>
            <a:r>
              <a:rPr lang="en-US" sz="900" dirty="0">
                <a:latin typeface="Times New Roman" panose="02020603050405020304" pitchFamily="18" charset="0"/>
                <a:cs typeface="Times New Roman" panose="02020603050405020304" pitchFamily="18" charset="0"/>
              </a:rPr>
              <a:t>HTTPS</a:t>
            </a:r>
            <a:endParaRPr lang="en-IN" sz="900" dirty="0">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65491F09-95E6-C926-16C7-877C8EA7AD35}"/>
              </a:ext>
            </a:extLst>
          </p:cNvPr>
          <p:cNvSpPr txBox="1"/>
          <p:nvPr/>
        </p:nvSpPr>
        <p:spPr>
          <a:xfrm>
            <a:off x="2979724" y="1612020"/>
            <a:ext cx="557305" cy="246221"/>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a:t>
            </a:r>
            <a:r>
              <a:rPr lang="en-US" sz="900" dirty="0">
                <a:latin typeface="Times New Roman" panose="02020603050405020304" pitchFamily="18" charset="0"/>
                <a:cs typeface="Times New Roman" panose="02020603050405020304" pitchFamily="18" charset="0"/>
              </a:rPr>
              <a:t>JSON</a:t>
            </a:r>
            <a:r>
              <a:rPr lang="en-US" sz="1000" dirty="0">
                <a:latin typeface="Times New Roman" panose="02020603050405020304" pitchFamily="18" charset="0"/>
                <a:cs typeface="Times New Roman" panose="02020603050405020304" pitchFamily="18" charset="0"/>
              </a:rPr>
              <a:t>)</a:t>
            </a:r>
            <a:endParaRPr lang="en-IN" sz="1000" dirty="0">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8C44E375-2A89-999B-86EA-C1C23BB2E0C0}"/>
              </a:ext>
            </a:extLst>
          </p:cNvPr>
          <p:cNvSpPr txBox="1"/>
          <p:nvPr/>
        </p:nvSpPr>
        <p:spPr>
          <a:xfrm>
            <a:off x="4465400" y="2419305"/>
            <a:ext cx="726888" cy="577081"/>
          </a:xfrm>
          <a:prstGeom prst="rect">
            <a:avLst/>
          </a:prstGeom>
          <a:noFill/>
        </p:spPr>
        <p:txBody>
          <a:bodyPr wrap="square" rtlCol="0">
            <a:spAutoFit/>
          </a:bodyPr>
          <a:lstStyle/>
          <a:p>
            <a:pPr algn="ctr"/>
            <a:r>
              <a:rPr lang="en-US" sz="1050" dirty="0">
                <a:latin typeface="Times New Roman" panose="02020603050405020304" pitchFamily="18" charset="0"/>
                <a:cs typeface="Times New Roman" panose="02020603050405020304" pitchFamily="18" charset="0"/>
              </a:rPr>
              <a:t>REST API</a:t>
            </a:r>
          </a:p>
          <a:p>
            <a:pPr algn="ctr"/>
            <a:r>
              <a:rPr lang="en-US" sz="1050" dirty="0">
                <a:latin typeface="Times New Roman" panose="02020603050405020304" pitchFamily="18" charset="0"/>
                <a:cs typeface="Times New Roman" panose="02020603050405020304" pitchFamily="18" charset="0"/>
              </a:rPr>
              <a:t>(JSON)</a:t>
            </a:r>
            <a:endParaRPr lang="en-IN" sz="1050" dirty="0">
              <a:latin typeface="Times New Roman" panose="02020603050405020304" pitchFamily="18" charset="0"/>
              <a:cs typeface="Times New Roman" panose="02020603050405020304" pitchFamily="18" charset="0"/>
            </a:endParaRPr>
          </a:p>
        </p:txBody>
      </p:sp>
      <p:sp>
        <p:nvSpPr>
          <p:cNvPr id="52" name="TextBox 51">
            <a:extLst>
              <a:ext uri="{FF2B5EF4-FFF2-40B4-BE49-F238E27FC236}">
                <a16:creationId xmlns:a16="http://schemas.microsoft.com/office/drawing/2014/main" id="{7B9DEF05-1971-A9F8-BE09-D83F971BAAA0}"/>
              </a:ext>
            </a:extLst>
          </p:cNvPr>
          <p:cNvSpPr txBox="1"/>
          <p:nvPr/>
        </p:nvSpPr>
        <p:spPr>
          <a:xfrm>
            <a:off x="9428639" y="2534049"/>
            <a:ext cx="726888" cy="415498"/>
          </a:xfrm>
          <a:prstGeom prst="rect">
            <a:avLst/>
          </a:prstGeom>
          <a:noFill/>
        </p:spPr>
        <p:txBody>
          <a:bodyPr wrap="square" rtlCol="0">
            <a:spAutoFit/>
          </a:bodyPr>
          <a:lstStyle/>
          <a:p>
            <a:pPr algn="ctr"/>
            <a:r>
              <a:rPr lang="en-US" sz="1050" dirty="0">
                <a:latin typeface="Times New Roman" panose="02020603050405020304" pitchFamily="18" charset="0"/>
                <a:cs typeface="Times New Roman" panose="02020603050405020304" pitchFamily="18" charset="0"/>
              </a:rPr>
              <a:t>HTTPS</a:t>
            </a:r>
          </a:p>
          <a:p>
            <a:pPr algn="ctr"/>
            <a:r>
              <a:rPr lang="en-US" sz="1050" dirty="0">
                <a:latin typeface="Times New Roman" panose="02020603050405020304" pitchFamily="18" charset="0"/>
                <a:cs typeface="Times New Roman" panose="02020603050405020304" pitchFamily="18" charset="0"/>
              </a:rPr>
              <a:t>(JSON)</a:t>
            </a:r>
            <a:endParaRPr lang="en-IN" sz="1050" dirty="0">
              <a:latin typeface="Times New Roman" panose="02020603050405020304" pitchFamily="18" charset="0"/>
              <a:cs typeface="Times New Roman" panose="02020603050405020304" pitchFamily="18" charset="0"/>
            </a:endParaRPr>
          </a:p>
        </p:txBody>
      </p:sp>
      <p:sp>
        <p:nvSpPr>
          <p:cNvPr id="53" name="TextBox 52">
            <a:extLst>
              <a:ext uri="{FF2B5EF4-FFF2-40B4-BE49-F238E27FC236}">
                <a16:creationId xmlns:a16="http://schemas.microsoft.com/office/drawing/2014/main" id="{11DB4A2C-0508-8065-70C6-11E61DF791EB}"/>
              </a:ext>
            </a:extLst>
          </p:cNvPr>
          <p:cNvSpPr txBox="1"/>
          <p:nvPr/>
        </p:nvSpPr>
        <p:spPr>
          <a:xfrm>
            <a:off x="5594727" y="4861881"/>
            <a:ext cx="726888" cy="415498"/>
          </a:xfrm>
          <a:prstGeom prst="rect">
            <a:avLst/>
          </a:prstGeom>
          <a:noFill/>
        </p:spPr>
        <p:txBody>
          <a:bodyPr wrap="square" rtlCol="0">
            <a:spAutoFit/>
          </a:bodyPr>
          <a:lstStyle/>
          <a:p>
            <a:pPr algn="ctr"/>
            <a:r>
              <a:rPr lang="en-US" sz="1050" dirty="0">
                <a:latin typeface="Times New Roman" panose="02020603050405020304" pitchFamily="18" charset="0"/>
                <a:cs typeface="Times New Roman" panose="02020603050405020304" pitchFamily="18" charset="0"/>
              </a:rPr>
              <a:t>JPA</a:t>
            </a:r>
          </a:p>
          <a:p>
            <a:pPr algn="ctr"/>
            <a:r>
              <a:rPr lang="en-US" sz="1050" dirty="0">
                <a:latin typeface="Times New Roman" panose="02020603050405020304" pitchFamily="18" charset="0"/>
                <a:cs typeface="Times New Roman" panose="02020603050405020304" pitchFamily="18" charset="0"/>
              </a:rPr>
              <a:t>(SQL)</a:t>
            </a:r>
            <a:endParaRPr lang="en-IN" sz="105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B90B8CA-80A9-94BA-BB19-6BFFF63298BB}"/>
              </a:ext>
            </a:extLst>
          </p:cNvPr>
          <p:cNvSpPr>
            <a:spLocks noGrp="1"/>
          </p:cNvSpPr>
          <p:nvPr>
            <p:ph type="dt" sz="half" idx="10"/>
          </p:nvPr>
        </p:nvSpPr>
        <p:spPr/>
        <p:txBody>
          <a:bodyPr/>
          <a:lstStyle/>
          <a:p>
            <a:r>
              <a:rPr lang="en-US"/>
              <a:t>DRC Presentation - 1</a:t>
            </a:r>
            <a:endParaRPr lang="en-IN"/>
          </a:p>
        </p:txBody>
      </p:sp>
      <p:grpSp>
        <p:nvGrpSpPr>
          <p:cNvPr id="8" name="Group 7">
            <a:extLst>
              <a:ext uri="{FF2B5EF4-FFF2-40B4-BE49-F238E27FC236}">
                <a16:creationId xmlns:a16="http://schemas.microsoft.com/office/drawing/2014/main" id="{AD09877C-9429-08AE-E919-1B7A2F46E8E5}"/>
              </a:ext>
            </a:extLst>
          </p:cNvPr>
          <p:cNvGrpSpPr/>
          <p:nvPr/>
        </p:nvGrpSpPr>
        <p:grpSpPr>
          <a:xfrm>
            <a:off x="10058400" y="220121"/>
            <a:ext cx="2064154" cy="471790"/>
            <a:chOff x="8931651" y="18836"/>
            <a:chExt cx="3012622" cy="781162"/>
          </a:xfrm>
        </p:grpSpPr>
        <p:sp>
          <p:nvSpPr>
            <p:cNvPr id="9" name="TextBox 8">
              <a:extLst>
                <a:ext uri="{FF2B5EF4-FFF2-40B4-BE49-F238E27FC236}">
                  <a16:creationId xmlns:a16="http://schemas.microsoft.com/office/drawing/2014/main" id="{5C6FF8CA-637F-277E-30B7-83379822ADFB}"/>
                </a:ext>
              </a:extLst>
            </p:cNvPr>
            <p:cNvSpPr txBox="1"/>
            <p:nvPr/>
          </p:nvSpPr>
          <p:spPr>
            <a:xfrm>
              <a:off x="8984720" y="18836"/>
              <a:ext cx="2906486" cy="611518"/>
            </a:xfrm>
            <a:prstGeom prst="rect">
              <a:avLst/>
            </a:prstGeom>
            <a:noFill/>
          </p:spPr>
          <p:txBody>
            <a:bodyPr wrap="square" rtlCol="0">
              <a:spAutoFit/>
            </a:bodyPr>
            <a:lstStyle/>
            <a:p>
              <a:r>
                <a:rPr lang="en-US" b="1" dirty="0">
                  <a:latin typeface="Copperplate Gothic Bold" panose="020E0705020206020404" pitchFamily="34" charset="0"/>
                </a:rPr>
                <a:t>Meet </a:t>
              </a:r>
              <a:r>
                <a:rPr lang="en-US" b="1" dirty="0">
                  <a:solidFill>
                    <a:schemeClr val="tx2">
                      <a:lumMod val="50000"/>
                      <a:lumOff val="50000"/>
                    </a:schemeClr>
                  </a:solidFill>
                  <a:latin typeface="Copperplate Gothic Bold" panose="020E0705020206020404" pitchFamily="34" charset="0"/>
                </a:rPr>
                <a:t>Minutes</a:t>
              </a:r>
              <a:endParaRPr lang="en-IN" b="1" dirty="0">
                <a:solidFill>
                  <a:schemeClr val="tx2">
                    <a:lumMod val="50000"/>
                    <a:lumOff val="50000"/>
                  </a:schemeClr>
                </a:solidFill>
                <a:latin typeface="Copperplate Gothic Bold" panose="020E0705020206020404" pitchFamily="34" charset="0"/>
              </a:endParaRPr>
            </a:p>
          </p:txBody>
        </p:sp>
        <p:sp>
          <p:nvSpPr>
            <p:cNvPr id="12" name="TextBox 11">
              <a:extLst>
                <a:ext uri="{FF2B5EF4-FFF2-40B4-BE49-F238E27FC236}">
                  <a16:creationId xmlns:a16="http://schemas.microsoft.com/office/drawing/2014/main" id="{10D07B32-8747-873D-C041-160B97323852}"/>
                </a:ext>
              </a:extLst>
            </p:cNvPr>
            <p:cNvSpPr txBox="1"/>
            <p:nvPr/>
          </p:nvSpPr>
          <p:spPr>
            <a:xfrm>
              <a:off x="8931651" y="468759"/>
              <a:ext cx="3012622" cy="331239"/>
            </a:xfrm>
            <a:prstGeom prst="rect">
              <a:avLst/>
            </a:prstGeom>
            <a:noFill/>
          </p:spPr>
          <p:txBody>
            <a:bodyPr wrap="square" rtlCol="0">
              <a:spAutoFit/>
            </a:bodyPr>
            <a:lstStyle/>
            <a:p>
              <a:r>
                <a:rPr lang="en-US" sz="700" dirty="0"/>
                <a:t>Summarize  -  Extract Minutes  -  Manage Tasks</a:t>
              </a:r>
              <a:endParaRPr lang="en-IN" sz="700" dirty="0"/>
            </a:p>
          </p:txBody>
        </p:sp>
      </p:grpSp>
      <p:sp>
        <p:nvSpPr>
          <p:cNvPr id="17" name="Rectangle: Rounded Corners 16">
            <a:extLst>
              <a:ext uri="{FF2B5EF4-FFF2-40B4-BE49-F238E27FC236}">
                <a16:creationId xmlns:a16="http://schemas.microsoft.com/office/drawing/2014/main" id="{597B3146-A85C-9306-7A6B-550B66414B9F}"/>
              </a:ext>
            </a:extLst>
          </p:cNvPr>
          <p:cNvSpPr/>
          <p:nvPr/>
        </p:nvSpPr>
        <p:spPr>
          <a:xfrm>
            <a:off x="92015" y="109268"/>
            <a:ext cx="12019472" cy="6648807"/>
          </a:xfrm>
          <a:prstGeom prst="roundRect">
            <a:avLst>
              <a:gd name="adj" fmla="val 4212"/>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44509201"/>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7EC44-FC8C-00F2-B89E-5AEC92E6E485}"/>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2EB93B8A-8472-6B15-757A-5841DB7E955D}"/>
              </a:ext>
            </a:extLst>
          </p:cNvPr>
          <p:cNvPicPr>
            <a:picLocks noChangeAspect="1"/>
          </p:cNvPicPr>
          <p:nvPr/>
        </p:nvPicPr>
        <p:blipFill>
          <a:blip r:embed="rId3">
            <a:extLst>
              <a:ext uri="{28A0092B-C50C-407E-A947-70E740481C1C}">
                <a14:useLocalDpi xmlns:a14="http://schemas.microsoft.com/office/drawing/2010/main" val="0"/>
              </a:ext>
            </a:extLst>
          </a:blip>
          <a:srcRect r="2090" b="29413"/>
          <a:stretch>
            <a:fillRect/>
          </a:stretch>
        </p:blipFill>
        <p:spPr>
          <a:xfrm>
            <a:off x="63262" y="97767"/>
            <a:ext cx="933322" cy="672860"/>
          </a:xfrm>
          <a:prstGeom prst="ellipse">
            <a:avLst/>
          </a:prstGeom>
        </p:spPr>
      </p:pic>
      <p:sp>
        <p:nvSpPr>
          <p:cNvPr id="3" name="TextBox 2">
            <a:extLst>
              <a:ext uri="{FF2B5EF4-FFF2-40B4-BE49-F238E27FC236}">
                <a16:creationId xmlns:a16="http://schemas.microsoft.com/office/drawing/2014/main" id="{031C5944-1143-8F3C-08FD-FDA4ED6096B8}"/>
              </a:ext>
            </a:extLst>
          </p:cNvPr>
          <p:cNvSpPr txBox="1"/>
          <p:nvPr/>
        </p:nvSpPr>
        <p:spPr>
          <a:xfrm>
            <a:off x="3556355" y="181272"/>
            <a:ext cx="5294949" cy="523220"/>
          </a:xfrm>
          <a:prstGeom prst="rect">
            <a:avLst/>
          </a:prstGeom>
          <a:noFill/>
        </p:spPr>
        <p:txBody>
          <a:bodyPr wrap="square" rtlCol="0">
            <a:spAutoFit/>
          </a:bodyPr>
          <a:lstStyle/>
          <a:p>
            <a:r>
              <a:rPr lang="en-US" sz="2800" dirty="0">
                <a:latin typeface="Copperplate Gothic Bold" panose="020E0705020206020404" pitchFamily="34" charset="0"/>
              </a:rPr>
              <a:t>Data Flow Diagram (DFD)</a:t>
            </a:r>
            <a:endParaRPr lang="en-IN" sz="2800" dirty="0">
              <a:latin typeface="Copperplate Gothic Bold" panose="020E0705020206020404" pitchFamily="34" charset="0"/>
            </a:endParaRPr>
          </a:p>
        </p:txBody>
      </p:sp>
      <p:cxnSp>
        <p:nvCxnSpPr>
          <p:cNvPr id="6" name="Straight Connector 5">
            <a:extLst>
              <a:ext uri="{FF2B5EF4-FFF2-40B4-BE49-F238E27FC236}">
                <a16:creationId xmlns:a16="http://schemas.microsoft.com/office/drawing/2014/main" id="{203560D6-A538-ED19-D64A-44A72569A4C4}"/>
              </a:ext>
            </a:extLst>
          </p:cNvPr>
          <p:cNvCxnSpPr>
            <a:cxnSpLocks/>
          </p:cNvCxnSpPr>
          <p:nvPr/>
        </p:nvCxnSpPr>
        <p:spPr>
          <a:xfrm>
            <a:off x="3515488" y="733245"/>
            <a:ext cx="5400000"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0" name="Slide Number Placeholder 9">
            <a:extLst>
              <a:ext uri="{FF2B5EF4-FFF2-40B4-BE49-F238E27FC236}">
                <a16:creationId xmlns:a16="http://schemas.microsoft.com/office/drawing/2014/main" id="{C0546482-0A76-8AE4-6EA0-0ECB1570595E}"/>
              </a:ext>
            </a:extLst>
          </p:cNvPr>
          <p:cNvSpPr>
            <a:spLocks noGrp="1"/>
          </p:cNvSpPr>
          <p:nvPr>
            <p:ph type="sldNum" sz="quarter" idx="12"/>
          </p:nvPr>
        </p:nvSpPr>
        <p:spPr/>
        <p:txBody>
          <a:bodyPr/>
          <a:lstStyle/>
          <a:p>
            <a:fld id="{A53F6252-FAEC-4C37-BB0C-C6F407600717}" type="slidenum">
              <a:rPr lang="en-IN" smtClean="0">
                <a:solidFill>
                  <a:schemeClr val="tx1"/>
                </a:solidFill>
              </a:rPr>
              <a:t>10</a:t>
            </a:fld>
            <a:endParaRPr lang="en-IN" dirty="0">
              <a:solidFill>
                <a:schemeClr val="tx1"/>
              </a:solidFill>
            </a:endParaRPr>
          </a:p>
        </p:txBody>
      </p:sp>
      <p:sp>
        <p:nvSpPr>
          <p:cNvPr id="11" name="Rectangle: Rounded Corners 10">
            <a:extLst>
              <a:ext uri="{FF2B5EF4-FFF2-40B4-BE49-F238E27FC236}">
                <a16:creationId xmlns:a16="http://schemas.microsoft.com/office/drawing/2014/main" id="{917E4230-ABF9-6568-D7BE-C764B6633FCD}"/>
              </a:ext>
            </a:extLst>
          </p:cNvPr>
          <p:cNvSpPr/>
          <p:nvPr/>
        </p:nvSpPr>
        <p:spPr>
          <a:xfrm>
            <a:off x="1518248" y="943154"/>
            <a:ext cx="845389" cy="402566"/>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Times New Roman" panose="02020603050405020304" pitchFamily="18" charset="0"/>
                <a:cs typeface="Times New Roman" panose="02020603050405020304" pitchFamily="18" charset="0"/>
              </a:rPr>
              <a:t>Start</a:t>
            </a:r>
            <a:endParaRPr lang="en-IN" sz="1100" dirty="0">
              <a:solidFill>
                <a:schemeClr val="tx1"/>
              </a:solidFill>
              <a:latin typeface="Times New Roman" panose="02020603050405020304" pitchFamily="18" charset="0"/>
              <a:cs typeface="Times New Roman" panose="02020603050405020304" pitchFamily="18" charset="0"/>
            </a:endParaRPr>
          </a:p>
        </p:txBody>
      </p:sp>
      <p:sp>
        <p:nvSpPr>
          <p:cNvPr id="12" name="Rectangle: Rounded Corners 11">
            <a:extLst>
              <a:ext uri="{FF2B5EF4-FFF2-40B4-BE49-F238E27FC236}">
                <a16:creationId xmlns:a16="http://schemas.microsoft.com/office/drawing/2014/main" id="{94F47FA8-2D2F-4908-4AB0-D7691A95382A}"/>
              </a:ext>
            </a:extLst>
          </p:cNvPr>
          <p:cNvSpPr/>
          <p:nvPr/>
        </p:nvSpPr>
        <p:spPr>
          <a:xfrm>
            <a:off x="707366" y="1555630"/>
            <a:ext cx="2467154" cy="40256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Times New Roman" panose="02020603050405020304" pitchFamily="18" charset="0"/>
                <a:cs typeface="Times New Roman" panose="02020603050405020304" pitchFamily="18" charset="0"/>
              </a:rPr>
              <a:t>User Accesses Application</a:t>
            </a:r>
            <a:endParaRPr lang="en-IN" sz="1100" dirty="0">
              <a:solidFill>
                <a:schemeClr val="tx1"/>
              </a:solidFill>
              <a:latin typeface="Times New Roman" panose="02020603050405020304" pitchFamily="18" charset="0"/>
              <a:cs typeface="Times New Roman" panose="02020603050405020304" pitchFamily="18" charset="0"/>
            </a:endParaRPr>
          </a:p>
        </p:txBody>
      </p:sp>
      <p:sp>
        <p:nvSpPr>
          <p:cNvPr id="13" name="Rectangle: Rounded Corners 12">
            <a:extLst>
              <a:ext uri="{FF2B5EF4-FFF2-40B4-BE49-F238E27FC236}">
                <a16:creationId xmlns:a16="http://schemas.microsoft.com/office/drawing/2014/main" id="{45220DA0-BE75-87A5-EEBB-2B219259C808}"/>
              </a:ext>
            </a:extLst>
          </p:cNvPr>
          <p:cNvSpPr/>
          <p:nvPr/>
        </p:nvSpPr>
        <p:spPr>
          <a:xfrm>
            <a:off x="707366" y="3380226"/>
            <a:ext cx="2467154" cy="40256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Times New Roman" panose="02020603050405020304" pitchFamily="18" charset="0"/>
                <a:cs typeface="Times New Roman" panose="02020603050405020304" pitchFamily="18" charset="0"/>
              </a:rPr>
              <a:t>User Dashboard</a:t>
            </a:r>
            <a:endParaRPr lang="en-IN" sz="1100" dirty="0">
              <a:solidFill>
                <a:schemeClr val="tx1"/>
              </a:solidFill>
              <a:latin typeface="Times New Roman" panose="02020603050405020304" pitchFamily="18"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20FD7038-9BA3-2900-547B-7CFA14A22030}"/>
              </a:ext>
            </a:extLst>
          </p:cNvPr>
          <p:cNvSpPr/>
          <p:nvPr/>
        </p:nvSpPr>
        <p:spPr>
          <a:xfrm>
            <a:off x="707366" y="3992701"/>
            <a:ext cx="2467154" cy="40256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Times New Roman" panose="02020603050405020304" pitchFamily="18" charset="0"/>
                <a:cs typeface="Times New Roman" panose="02020603050405020304" pitchFamily="18" charset="0"/>
              </a:rPr>
              <a:t>Create / Manage Meeting</a:t>
            </a:r>
            <a:endParaRPr lang="en-IN" sz="1100" dirty="0">
              <a:solidFill>
                <a:schemeClr val="tx1"/>
              </a:solidFill>
              <a:latin typeface="Times New Roman" panose="02020603050405020304" pitchFamily="18" charset="0"/>
              <a:cs typeface="Times New Roman" panose="02020603050405020304" pitchFamily="18" charset="0"/>
            </a:endParaRPr>
          </a:p>
        </p:txBody>
      </p:sp>
      <p:sp>
        <p:nvSpPr>
          <p:cNvPr id="16" name="Rectangle: Rounded Corners 15">
            <a:extLst>
              <a:ext uri="{FF2B5EF4-FFF2-40B4-BE49-F238E27FC236}">
                <a16:creationId xmlns:a16="http://schemas.microsoft.com/office/drawing/2014/main" id="{9514198D-E7AD-17CA-D2B2-88A0644FDBCB}"/>
              </a:ext>
            </a:extLst>
          </p:cNvPr>
          <p:cNvSpPr/>
          <p:nvPr/>
        </p:nvSpPr>
        <p:spPr>
          <a:xfrm>
            <a:off x="707366" y="4605176"/>
            <a:ext cx="2467154" cy="40256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Times New Roman" panose="02020603050405020304" pitchFamily="18" charset="0"/>
                <a:cs typeface="Times New Roman" panose="02020603050405020304" pitchFamily="18" charset="0"/>
              </a:rPr>
              <a:t>Invite Participants</a:t>
            </a:r>
            <a:endParaRPr lang="en-IN" sz="1100" dirty="0">
              <a:solidFill>
                <a:schemeClr val="tx1"/>
              </a:solidFill>
              <a:latin typeface="Times New Roman" panose="02020603050405020304" pitchFamily="18" charset="0"/>
              <a:cs typeface="Times New Roman" panose="02020603050405020304" pitchFamily="18" charset="0"/>
            </a:endParaRPr>
          </a:p>
        </p:txBody>
      </p:sp>
      <p:sp>
        <p:nvSpPr>
          <p:cNvPr id="17" name="Flowchart: Decision 16">
            <a:extLst>
              <a:ext uri="{FF2B5EF4-FFF2-40B4-BE49-F238E27FC236}">
                <a16:creationId xmlns:a16="http://schemas.microsoft.com/office/drawing/2014/main" id="{CA33C5C0-BBCA-6237-396A-F99E82679FC2}"/>
              </a:ext>
            </a:extLst>
          </p:cNvPr>
          <p:cNvSpPr/>
          <p:nvPr/>
        </p:nvSpPr>
        <p:spPr>
          <a:xfrm>
            <a:off x="816633" y="2257248"/>
            <a:ext cx="2248619" cy="563592"/>
          </a:xfrm>
          <a:prstGeom prst="flowChartDecision">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Times New Roman" panose="02020603050405020304" pitchFamily="18" charset="0"/>
                <a:cs typeface="Times New Roman" panose="02020603050405020304" pitchFamily="18" charset="0"/>
              </a:rPr>
              <a:t>User Authenticated?</a:t>
            </a:r>
            <a:endParaRPr lang="en-IN" sz="1100" dirty="0">
              <a:solidFill>
                <a:schemeClr val="tx1"/>
              </a:solidFill>
              <a:latin typeface="Times New Roman" panose="02020603050405020304" pitchFamily="18" charset="0"/>
              <a:cs typeface="Times New Roman" panose="02020603050405020304" pitchFamily="18" charset="0"/>
            </a:endParaRPr>
          </a:p>
        </p:txBody>
      </p:sp>
      <p:sp>
        <p:nvSpPr>
          <p:cNvPr id="18" name="Rectangle: Rounded Corners 17">
            <a:extLst>
              <a:ext uri="{FF2B5EF4-FFF2-40B4-BE49-F238E27FC236}">
                <a16:creationId xmlns:a16="http://schemas.microsoft.com/office/drawing/2014/main" id="{BB1FB90E-685F-0F02-15C2-7A1EA11B8BCF}"/>
              </a:ext>
            </a:extLst>
          </p:cNvPr>
          <p:cNvSpPr/>
          <p:nvPr/>
        </p:nvSpPr>
        <p:spPr>
          <a:xfrm>
            <a:off x="713117" y="5217651"/>
            <a:ext cx="2467154" cy="40256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Times New Roman" panose="02020603050405020304" pitchFamily="18" charset="0"/>
                <a:cs typeface="Times New Roman" panose="02020603050405020304" pitchFamily="18" charset="0"/>
              </a:rPr>
              <a:t>Upload Meeting Audio</a:t>
            </a:r>
            <a:endParaRPr lang="en-IN" sz="1100" dirty="0">
              <a:solidFill>
                <a:schemeClr val="tx1"/>
              </a:solidFill>
              <a:latin typeface="Times New Roman" panose="02020603050405020304" pitchFamily="18" charset="0"/>
              <a:cs typeface="Times New Roman" panose="02020603050405020304" pitchFamily="18" charset="0"/>
            </a:endParaRPr>
          </a:p>
        </p:txBody>
      </p:sp>
      <p:sp>
        <p:nvSpPr>
          <p:cNvPr id="21" name="Rectangle: Rounded Corners 20">
            <a:extLst>
              <a:ext uri="{FF2B5EF4-FFF2-40B4-BE49-F238E27FC236}">
                <a16:creationId xmlns:a16="http://schemas.microsoft.com/office/drawing/2014/main" id="{B7615823-71FD-C32E-4470-4AD7A10670C2}"/>
              </a:ext>
            </a:extLst>
          </p:cNvPr>
          <p:cNvSpPr/>
          <p:nvPr/>
        </p:nvSpPr>
        <p:spPr>
          <a:xfrm>
            <a:off x="718868" y="5830126"/>
            <a:ext cx="2467154" cy="40256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Times New Roman" panose="02020603050405020304" pitchFamily="18" charset="0"/>
                <a:cs typeface="Times New Roman" panose="02020603050405020304" pitchFamily="18" charset="0"/>
              </a:rPr>
              <a:t>Whisper Service</a:t>
            </a:r>
            <a:endParaRPr lang="en-IN" sz="1100" dirty="0">
              <a:solidFill>
                <a:schemeClr val="tx1"/>
              </a:solidFill>
              <a:latin typeface="Times New Roman" panose="02020603050405020304" pitchFamily="18" charset="0"/>
              <a:cs typeface="Times New Roman" panose="02020603050405020304" pitchFamily="18" charset="0"/>
            </a:endParaRPr>
          </a:p>
        </p:txBody>
      </p:sp>
      <p:sp>
        <p:nvSpPr>
          <p:cNvPr id="22" name="Rectangle: Rounded Corners 21">
            <a:extLst>
              <a:ext uri="{FF2B5EF4-FFF2-40B4-BE49-F238E27FC236}">
                <a16:creationId xmlns:a16="http://schemas.microsoft.com/office/drawing/2014/main" id="{BA5A1A4F-6E46-EAE6-3A8D-5E9DAFA8166E}"/>
              </a:ext>
            </a:extLst>
          </p:cNvPr>
          <p:cNvSpPr/>
          <p:nvPr/>
        </p:nvSpPr>
        <p:spPr>
          <a:xfrm>
            <a:off x="4038600" y="3347936"/>
            <a:ext cx="2467154" cy="40256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Times New Roman" panose="02020603050405020304" pitchFamily="18" charset="0"/>
                <a:cs typeface="Times New Roman" panose="02020603050405020304" pitchFamily="18" charset="0"/>
              </a:rPr>
              <a:t>Tr</a:t>
            </a:r>
            <a:r>
              <a:rPr lang="en-IN" sz="1100" dirty="0" err="1">
                <a:solidFill>
                  <a:schemeClr val="tx1"/>
                </a:solidFill>
                <a:latin typeface="Times New Roman" panose="02020603050405020304" pitchFamily="18" charset="0"/>
                <a:cs typeface="Times New Roman" panose="02020603050405020304" pitchFamily="18" charset="0"/>
              </a:rPr>
              <a:t>anscript</a:t>
            </a:r>
            <a:r>
              <a:rPr lang="en-IN" sz="1100" dirty="0">
                <a:solidFill>
                  <a:schemeClr val="tx1"/>
                </a:solidFill>
                <a:latin typeface="Times New Roman" panose="02020603050405020304" pitchFamily="18" charset="0"/>
                <a:cs typeface="Times New Roman" panose="02020603050405020304" pitchFamily="18" charset="0"/>
              </a:rPr>
              <a:t> Ready</a:t>
            </a:r>
          </a:p>
        </p:txBody>
      </p:sp>
      <p:sp>
        <p:nvSpPr>
          <p:cNvPr id="23" name="Rectangle: Rounded Corners 22">
            <a:extLst>
              <a:ext uri="{FF2B5EF4-FFF2-40B4-BE49-F238E27FC236}">
                <a16:creationId xmlns:a16="http://schemas.microsoft.com/office/drawing/2014/main" id="{B07A6E28-56BE-6179-8EF0-A140B828ADD1}"/>
              </a:ext>
            </a:extLst>
          </p:cNvPr>
          <p:cNvSpPr/>
          <p:nvPr/>
        </p:nvSpPr>
        <p:spPr>
          <a:xfrm>
            <a:off x="6738668" y="3347936"/>
            <a:ext cx="2467154" cy="40256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View Generated Minutes</a:t>
            </a:r>
          </a:p>
        </p:txBody>
      </p:sp>
      <p:sp>
        <p:nvSpPr>
          <p:cNvPr id="24" name="Rectangle: Rounded Corners 23">
            <a:extLst>
              <a:ext uri="{FF2B5EF4-FFF2-40B4-BE49-F238E27FC236}">
                <a16:creationId xmlns:a16="http://schemas.microsoft.com/office/drawing/2014/main" id="{7EE6892F-43B8-9C18-737C-F103FC715AA5}"/>
              </a:ext>
            </a:extLst>
          </p:cNvPr>
          <p:cNvSpPr/>
          <p:nvPr/>
        </p:nvSpPr>
        <p:spPr>
          <a:xfrm>
            <a:off x="9438736" y="3347936"/>
            <a:ext cx="2467154" cy="402566"/>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Track Tasks and Update Status</a:t>
            </a:r>
          </a:p>
        </p:txBody>
      </p:sp>
      <p:sp>
        <p:nvSpPr>
          <p:cNvPr id="25" name="Rectangle: Rounded Corners 24">
            <a:extLst>
              <a:ext uri="{FF2B5EF4-FFF2-40B4-BE49-F238E27FC236}">
                <a16:creationId xmlns:a16="http://schemas.microsoft.com/office/drawing/2014/main" id="{E868912D-1423-8512-65D2-2A5E5F2322DE}"/>
              </a:ext>
            </a:extLst>
          </p:cNvPr>
          <p:cNvSpPr/>
          <p:nvPr/>
        </p:nvSpPr>
        <p:spPr>
          <a:xfrm>
            <a:off x="4038600" y="3992700"/>
            <a:ext cx="2467154" cy="2293078"/>
          </a:xfrm>
          <a:prstGeom prst="roundRect">
            <a:avLst>
              <a:gd name="adj" fmla="val 3573"/>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100">
              <a:solidFill>
                <a:schemeClr val="tx1"/>
              </a:solidFill>
              <a:latin typeface="Times New Roman" panose="02020603050405020304" pitchFamily="18" charset="0"/>
              <a:cs typeface="Times New Roman" panose="02020603050405020304" pitchFamily="18" charset="0"/>
            </a:endParaRPr>
          </a:p>
        </p:txBody>
      </p:sp>
      <p:sp>
        <p:nvSpPr>
          <p:cNvPr id="26" name="Rectangle: Rounded Corners 25">
            <a:extLst>
              <a:ext uri="{FF2B5EF4-FFF2-40B4-BE49-F238E27FC236}">
                <a16:creationId xmlns:a16="http://schemas.microsoft.com/office/drawing/2014/main" id="{F0232240-6B37-D1A7-311C-877F42C1D405}"/>
              </a:ext>
            </a:extLst>
          </p:cNvPr>
          <p:cNvSpPr/>
          <p:nvPr/>
        </p:nvSpPr>
        <p:spPr>
          <a:xfrm>
            <a:off x="4028438" y="2297505"/>
            <a:ext cx="1069676" cy="497448"/>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Times New Roman" panose="02020603050405020304" pitchFamily="18" charset="0"/>
                <a:cs typeface="Times New Roman" panose="02020603050405020304" pitchFamily="18" charset="0"/>
              </a:rPr>
              <a:t>Show Login / Register Page</a:t>
            </a:r>
            <a:endParaRPr lang="en-IN" sz="1100" dirty="0">
              <a:solidFill>
                <a:schemeClr val="tx1"/>
              </a:solidFill>
              <a:latin typeface="Times New Roman" panose="02020603050405020304" pitchFamily="18" charset="0"/>
              <a:cs typeface="Times New Roman" panose="02020603050405020304" pitchFamily="18" charset="0"/>
            </a:endParaRPr>
          </a:p>
        </p:txBody>
      </p:sp>
      <p:sp>
        <p:nvSpPr>
          <p:cNvPr id="27" name="Rectangle: Rounded Corners 26">
            <a:extLst>
              <a:ext uri="{FF2B5EF4-FFF2-40B4-BE49-F238E27FC236}">
                <a16:creationId xmlns:a16="http://schemas.microsoft.com/office/drawing/2014/main" id="{2727CF8B-473C-7E87-7B54-60ACC576699F}"/>
              </a:ext>
            </a:extLst>
          </p:cNvPr>
          <p:cNvSpPr/>
          <p:nvPr/>
        </p:nvSpPr>
        <p:spPr>
          <a:xfrm>
            <a:off x="5668992" y="2297505"/>
            <a:ext cx="1069676" cy="497448"/>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Times New Roman" panose="02020603050405020304" pitchFamily="18" charset="0"/>
                <a:cs typeface="Times New Roman" panose="02020603050405020304" pitchFamily="18" charset="0"/>
              </a:rPr>
              <a:t>User Logs In / Registers</a:t>
            </a:r>
            <a:endParaRPr lang="en-IN" sz="1100" dirty="0">
              <a:solidFill>
                <a:schemeClr val="tx1"/>
              </a:solidFill>
              <a:latin typeface="Times New Roman" panose="02020603050405020304" pitchFamily="18" charset="0"/>
              <a:cs typeface="Times New Roman" panose="02020603050405020304" pitchFamily="18" charset="0"/>
            </a:endParaRPr>
          </a:p>
        </p:txBody>
      </p:sp>
      <p:sp>
        <p:nvSpPr>
          <p:cNvPr id="28" name="Rectangle: Rounded Corners 27">
            <a:extLst>
              <a:ext uri="{FF2B5EF4-FFF2-40B4-BE49-F238E27FC236}">
                <a16:creationId xmlns:a16="http://schemas.microsoft.com/office/drawing/2014/main" id="{6EB49B82-4AD8-AFB8-F073-DCF769EDB9E1}"/>
              </a:ext>
            </a:extLst>
          </p:cNvPr>
          <p:cNvSpPr/>
          <p:nvPr/>
        </p:nvSpPr>
        <p:spPr>
          <a:xfrm>
            <a:off x="10249618" y="3992701"/>
            <a:ext cx="845389" cy="402566"/>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End</a:t>
            </a:r>
          </a:p>
        </p:txBody>
      </p:sp>
      <p:sp>
        <p:nvSpPr>
          <p:cNvPr id="29" name="Rectangle: Rounded Corners 28">
            <a:extLst>
              <a:ext uri="{FF2B5EF4-FFF2-40B4-BE49-F238E27FC236}">
                <a16:creationId xmlns:a16="http://schemas.microsoft.com/office/drawing/2014/main" id="{9101E263-125B-25F2-4E55-52A2A38D1426}"/>
              </a:ext>
            </a:extLst>
          </p:cNvPr>
          <p:cNvSpPr/>
          <p:nvPr/>
        </p:nvSpPr>
        <p:spPr>
          <a:xfrm>
            <a:off x="6738668" y="4015703"/>
            <a:ext cx="2467154" cy="2239991"/>
          </a:xfrm>
          <a:prstGeom prst="roundRect">
            <a:avLst>
              <a:gd name="adj" fmla="val 3573"/>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628650" lvl="1" indent="-171450">
              <a:buFont typeface="Arial" panose="020B0604020202020204" pitchFamily="34" charset="0"/>
              <a:buChar char="•"/>
            </a:pPr>
            <a:r>
              <a:rPr lang="en-IN" sz="1200" dirty="0">
                <a:solidFill>
                  <a:schemeClr val="tx1"/>
                </a:solidFill>
                <a:latin typeface="Times New Roman" panose="02020603050405020304" pitchFamily="18" charset="0"/>
                <a:cs typeface="Times New Roman" panose="02020603050405020304" pitchFamily="18" charset="0"/>
              </a:rPr>
              <a:t>Meeting Details</a:t>
            </a:r>
          </a:p>
          <a:p>
            <a:pPr marL="628650" lvl="1" indent="-171450">
              <a:buFont typeface="Arial" panose="020B0604020202020204" pitchFamily="34" charset="0"/>
              <a:buChar char="•"/>
            </a:pPr>
            <a:r>
              <a:rPr lang="en-IN" sz="1200" dirty="0">
                <a:solidFill>
                  <a:schemeClr val="tx1"/>
                </a:solidFill>
                <a:latin typeface="Times New Roman" panose="02020603050405020304" pitchFamily="18" charset="0"/>
                <a:cs typeface="Times New Roman" panose="02020603050405020304" pitchFamily="18" charset="0"/>
              </a:rPr>
              <a:t>Transcript</a:t>
            </a:r>
          </a:p>
          <a:p>
            <a:pPr marL="628650" lvl="1" indent="-171450">
              <a:buFont typeface="Arial" panose="020B0604020202020204" pitchFamily="34" charset="0"/>
              <a:buChar char="•"/>
            </a:pPr>
            <a:r>
              <a:rPr lang="en-IN" sz="1200" dirty="0">
                <a:solidFill>
                  <a:schemeClr val="tx1"/>
                </a:solidFill>
                <a:latin typeface="Times New Roman" panose="02020603050405020304" pitchFamily="18" charset="0"/>
                <a:cs typeface="Times New Roman" panose="02020603050405020304" pitchFamily="18" charset="0"/>
              </a:rPr>
              <a:t>Summary</a:t>
            </a:r>
          </a:p>
          <a:p>
            <a:pPr marL="628650" lvl="1" indent="-171450">
              <a:buFont typeface="Arial" panose="020B0604020202020204" pitchFamily="34" charset="0"/>
              <a:buChar char="•"/>
            </a:pPr>
            <a:r>
              <a:rPr lang="en-IN" sz="1200" dirty="0">
                <a:solidFill>
                  <a:schemeClr val="tx1"/>
                </a:solidFill>
                <a:latin typeface="Times New Roman" panose="02020603050405020304" pitchFamily="18" charset="0"/>
                <a:cs typeface="Times New Roman" panose="02020603050405020304" pitchFamily="18" charset="0"/>
              </a:rPr>
              <a:t>Discussion Points</a:t>
            </a:r>
          </a:p>
          <a:p>
            <a:pPr marL="628650" lvl="1" indent="-171450">
              <a:buFont typeface="Arial" panose="020B0604020202020204" pitchFamily="34" charset="0"/>
              <a:buChar char="•"/>
            </a:pPr>
            <a:r>
              <a:rPr lang="en-IN" sz="1200" dirty="0">
                <a:solidFill>
                  <a:schemeClr val="tx1"/>
                </a:solidFill>
                <a:latin typeface="Times New Roman" panose="02020603050405020304" pitchFamily="18" charset="0"/>
                <a:cs typeface="Times New Roman" panose="02020603050405020304" pitchFamily="18" charset="0"/>
              </a:rPr>
              <a:t>Decisions</a:t>
            </a:r>
          </a:p>
          <a:p>
            <a:pPr marL="628650" lvl="1" indent="-171450">
              <a:buFont typeface="Arial" panose="020B0604020202020204" pitchFamily="34" charset="0"/>
              <a:buChar char="•"/>
            </a:pPr>
            <a:r>
              <a:rPr lang="en-IN" sz="1200" dirty="0">
                <a:solidFill>
                  <a:schemeClr val="tx1"/>
                </a:solidFill>
                <a:latin typeface="Times New Roman" panose="02020603050405020304" pitchFamily="18" charset="0"/>
                <a:cs typeface="Times New Roman" panose="02020603050405020304" pitchFamily="18" charset="0"/>
              </a:rPr>
              <a:t>Action Items</a:t>
            </a:r>
          </a:p>
          <a:p>
            <a:pPr marL="628650" lvl="1" indent="-171450">
              <a:buFont typeface="Arial" panose="020B0604020202020204" pitchFamily="34" charset="0"/>
              <a:buChar char="•"/>
            </a:pPr>
            <a:r>
              <a:rPr lang="en-IN" sz="1200" dirty="0">
                <a:solidFill>
                  <a:schemeClr val="tx1"/>
                </a:solidFill>
                <a:latin typeface="Times New Roman" panose="02020603050405020304" pitchFamily="18" charset="0"/>
                <a:cs typeface="Times New Roman" panose="02020603050405020304" pitchFamily="18" charset="0"/>
              </a:rPr>
              <a:t>Participants</a:t>
            </a:r>
          </a:p>
          <a:p>
            <a:pPr marL="628650" lvl="1" indent="-171450">
              <a:buFont typeface="Arial" panose="020B0604020202020204" pitchFamily="34" charset="0"/>
              <a:buChar char="•"/>
            </a:pPr>
            <a:r>
              <a:rPr lang="en-IN" sz="1200" dirty="0">
                <a:solidFill>
                  <a:schemeClr val="tx1"/>
                </a:solidFill>
                <a:latin typeface="Times New Roman" panose="02020603050405020304" pitchFamily="18" charset="0"/>
                <a:cs typeface="Times New Roman" panose="02020603050405020304" pitchFamily="18" charset="0"/>
              </a:rPr>
              <a:t>Task Status</a:t>
            </a:r>
          </a:p>
        </p:txBody>
      </p:sp>
      <p:cxnSp>
        <p:nvCxnSpPr>
          <p:cNvPr id="31" name="Straight Arrow Connector 30">
            <a:extLst>
              <a:ext uri="{FF2B5EF4-FFF2-40B4-BE49-F238E27FC236}">
                <a16:creationId xmlns:a16="http://schemas.microsoft.com/office/drawing/2014/main" id="{2D5D43A8-BE24-8805-2A5E-4451A1F35A73}"/>
              </a:ext>
            </a:extLst>
          </p:cNvPr>
          <p:cNvCxnSpPr>
            <a:stCxn id="11" idx="2"/>
            <a:endCxn id="12" idx="0"/>
          </p:cNvCxnSpPr>
          <p:nvPr/>
        </p:nvCxnSpPr>
        <p:spPr>
          <a:xfrm>
            <a:off x="1940943" y="1345720"/>
            <a:ext cx="0" cy="209910"/>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FB455D25-F0B9-5ECE-EAD4-D19BCF09ED37}"/>
              </a:ext>
            </a:extLst>
          </p:cNvPr>
          <p:cNvCxnSpPr>
            <a:stCxn id="12" idx="2"/>
            <a:endCxn id="17" idx="0"/>
          </p:cNvCxnSpPr>
          <p:nvPr/>
        </p:nvCxnSpPr>
        <p:spPr>
          <a:xfrm>
            <a:off x="1940943" y="1958196"/>
            <a:ext cx="0" cy="299052"/>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61290768-C684-210C-5538-A9A1E0C59FB4}"/>
              </a:ext>
            </a:extLst>
          </p:cNvPr>
          <p:cNvCxnSpPr>
            <a:stCxn id="17" idx="3"/>
            <a:endCxn id="26" idx="1"/>
          </p:cNvCxnSpPr>
          <p:nvPr/>
        </p:nvCxnSpPr>
        <p:spPr>
          <a:xfrm>
            <a:off x="3065252" y="2539044"/>
            <a:ext cx="963186" cy="7185"/>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C41EEF8C-950C-3766-5B31-3881CE131279}"/>
              </a:ext>
            </a:extLst>
          </p:cNvPr>
          <p:cNvCxnSpPr>
            <a:stCxn id="26" idx="3"/>
            <a:endCxn id="27" idx="1"/>
          </p:cNvCxnSpPr>
          <p:nvPr/>
        </p:nvCxnSpPr>
        <p:spPr>
          <a:xfrm>
            <a:off x="5098114" y="2546229"/>
            <a:ext cx="570878" cy="0"/>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16DB0B05-AA71-C3B3-6395-3C72FE4FC5E8}"/>
              </a:ext>
            </a:extLst>
          </p:cNvPr>
          <p:cNvCxnSpPr>
            <a:stCxn id="27" idx="3"/>
          </p:cNvCxnSpPr>
          <p:nvPr/>
        </p:nvCxnSpPr>
        <p:spPr>
          <a:xfrm>
            <a:off x="6738668" y="2546229"/>
            <a:ext cx="398253"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44999FE7-C4E0-A054-CB1C-B702F50F993A}"/>
              </a:ext>
            </a:extLst>
          </p:cNvPr>
          <p:cNvCxnSpPr>
            <a:cxnSpLocks/>
          </p:cNvCxnSpPr>
          <p:nvPr/>
        </p:nvCxnSpPr>
        <p:spPr>
          <a:xfrm>
            <a:off x="7148423" y="2546229"/>
            <a:ext cx="0" cy="438511"/>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8DAE3BE0-4DFE-EAC4-3C69-0E947B5984B8}"/>
              </a:ext>
            </a:extLst>
          </p:cNvPr>
          <p:cNvCxnSpPr>
            <a:stCxn id="17" idx="2"/>
            <a:endCxn id="13" idx="0"/>
          </p:cNvCxnSpPr>
          <p:nvPr/>
        </p:nvCxnSpPr>
        <p:spPr>
          <a:xfrm>
            <a:off x="1940943" y="2820840"/>
            <a:ext cx="0" cy="559386"/>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7E2122C4-F828-EA52-59D0-79C6643CE8DC}"/>
              </a:ext>
            </a:extLst>
          </p:cNvPr>
          <p:cNvCxnSpPr>
            <a:stCxn id="13" idx="2"/>
            <a:endCxn id="15" idx="0"/>
          </p:cNvCxnSpPr>
          <p:nvPr/>
        </p:nvCxnSpPr>
        <p:spPr>
          <a:xfrm>
            <a:off x="1940943" y="3782792"/>
            <a:ext cx="0" cy="209909"/>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044E7774-90F6-19CE-49C3-01E5A528F03C}"/>
              </a:ext>
            </a:extLst>
          </p:cNvPr>
          <p:cNvCxnSpPr>
            <a:stCxn id="15" idx="2"/>
            <a:endCxn id="16" idx="0"/>
          </p:cNvCxnSpPr>
          <p:nvPr/>
        </p:nvCxnSpPr>
        <p:spPr>
          <a:xfrm>
            <a:off x="1940943" y="4395267"/>
            <a:ext cx="0" cy="209909"/>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3653C8F2-7610-D4B8-9539-A021D78B2770}"/>
              </a:ext>
            </a:extLst>
          </p:cNvPr>
          <p:cNvCxnSpPr>
            <a:stCxn id="16" idx="2"/>
            <a:endCxn id="18" idx="0"/>
          </p:cNvCxnSpPr>
          <p:nvPr/>
        </p:nvCxnSpPr>
        <p:spPr>
          <a:xfrm>
            <a:off x="1940943" y="5007742"/>
            <a:ext cx="5751" cy="209909"/>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FB0C29FC-2267-7B94-695B-629F34F989A7}"/>
              </a:ext>
            </a:extLst>
          </p:cNvPr>
          <p:cNvCxnSpPr>
            <a:stCxn id="18" idx="2"/>
            <a:endCxn id="21" idx="0"/>
          </p:cNvCxnSpPr>
          <p:nvPr/>
        </p:nvCxnSpPr>
        <p:spPr>
          <a:xfrm>
            <a:off x="1946694" y="5620217"/>
            <a:ext cx="5751" cy="209909"/>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7B953DDC-7832-DB13-B729-FDA91E10CA5A}"/>
              </a:ext>
            </a:extLst>
          </p:cNvPr>
          <p:cNvCxnSpPr>
            <a:cxnSpLocks/>
          </p:cNvCxnSpPr>
          <p:nvPr/>
        </p:nvCxnSpPr>
        <p:spPr>
          <a:xfrm flipH="1" flipV="1">
            <a:off x="1940942" y="2977660"/>
            <a:ext cx="5195979" cy="7080"/>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08167662-5564-5E67-12A7-45D0F02693BB}"/>
              </a:ext>
            </a:extLst>
          </p:cNvPr>
          <p:cNvCxnSpPr>
            <a:stCxn id="21" idx="3"/>
          </p:cNvCxnSpPr>
          <p:nvPr/>
        </p:nvCxnSpPr>
        <p:spPr>
          <a:xfrm>
            <a:off x="3186022" y="6031409"/>
            <a:ext cx="360823"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D5B11955-AE6F-A308-B3CD-DDAA0591018E}"/>
              </a:ext>
            </a:extLst>
          </p:cNvPr>
          <p:cNvCxnSpPr>
            <a:cxnSpLocks/>
          </p:cNvCxnSpPr>
          <p:nvPr/>
        </p:nvCxnSpPr>
        <p:spPr>
          <a:xfrm flipV="1">
            <a:off x="3546845" y="3549219"/>
            <a:ext cx="0" cy="248219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25AA00BF-56B4-86BD-3604-88663B76F854}"/>
              </a:ext>
            </a:extLst>
          </p:cNvPr>
          <p:cNvCxnSpPr>
            <a:cxnSpLocks/>
            <a:endCxn id="22" idx="1"/>
          </p:cNvCxnSpPr>
          <p:nvPr/>
        </p:nvCxnSpPr>
        <p:spPr>
          <a:xfrm>
            <a:off x="3546845" y="3549219"/>
            <a:ext cx="491755" cy="0"/>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F2F87E2D-A651-FAD9-80D1-DD60404BA0F7}"/>
              </a:ext>
            </a:extLst>
          </p:cNvPr>
          <p:cNvCxnSpPr>
            <a:stCxn id="22" idx="3"/>
            <a:endCxn id="23" idx="1"/>
          </p:cNvCxnSpPr>
          <p:nvPr/>
        </p:nvCxnSpPr>
        <p:spPr>
          <a:xfrm>
            <a:off x="6505754" y="3549219"/>
            <a:ext cx="232914" cy="0"/>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41B28D9A-8962-C78E-AA6E-0A3E8D6E3649}"/>
              </a:ext>
            </a:extLst>
          </p:cNvPr>
          <p:cNvCxnSpPr>
            <a:stCxn id="23" idx="3"/>
            <a:endCxn id="24" idx="1"/>
          </p:cNvCxnSpPr>
          <p:nvPr/>
        </p:nvCxnSpPr>
        <p:spPr>
          <a:xfrm>
            <a:off x="9205822" y="3549219"/>
            <a:ext cx="232914" cy="0"/>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2" name="Straight Arrow Connector 71">
            <a:extLst>
              <a:ext uri="{FF2B5EF4-FFF2-40B4-BE49-F238E27FC236}">
                <a16:creationId xmlns:a16="http://schemas.microsoft.com/office/drawing/2014/main" id="{26192A45-8A3F-4189-C60C-A239C9714AD2}"/>
              </a:ext>
            </a:extLst>
          </p:cNvPr>
          <p:cNvCxnSpPr>
            <a:stCxn id="24" idx="2"/>
            <a:endCxn id="28" idx="0"/>
          </p:cNvCxnSpPr>
          <p:nvPr/>
        </p:nvCxnSpPr>
        <p:spPr>
          <a:xfrm>
            <a:off x="10672313" y="3750502"/>
            <a:ext cx="0" cy="242199"/>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48A50318-4A78-44CC-B137-3B3D3526E613}"/>
              </a:ext>
            </a:extLst>
          </p:cNvPr>
          <p:cNvCxnSpPr>
            <a:cxnSpLocks/>
            <a:stCxn id="22" idx="2"/>
            <a:endCxn id="25" idx="0"/>
          </p:cNvCxnSpPr>
          <p:nvPr/>
        </p:nvCxnSpPr>
        <p:spPr>
          <a:xfrm>
            <a:off x="5272177" y="3750502"/>
            <a:ext cx="0" cy="242198"/>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829F0B08-C494-EF8C-7200-23BB81662369}"/>
              </a:ext>
            </a:extLst>
          </p:cNvPr>
          <p:cNvCxnSpPr>
            <a:cxnSpLocks/>
            <a:stCxn id="25" idx="3"/>
            <a:endCxn id="29" idx="1"/>
          </p:cNvCxnSpPr>
          <p:nvPr/>
        </p:nvCxnSpPr>
        <p:spPr>
          <a:xfrm flipV="1">
            <a:off x="6505754" y="5135699"/>
            <a:ext cx="232914" cy="3540"/>
          </a:xfrm>
          <a:prstGeom prst="straightConnector1">
            <a:avLst/>
          </a:prstGeom>
          <a:ln>
            <a:solidFill>
              <a:schemeClr val="bg1">
                <a:lumMod val="8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7" name="Rectangle: Rounded Corners 76">
            <a:extLst>
              <a:ext uri="{FF2B5EF4-FFF2-40B4-BE49-F238E27FC236}">
                <a16:creationId xmlns:a16="http://schemas.microsoft.com/office/drawing/2014/main" id="{62B04C1F-0B0F-5E69-9D27-39DE30167DE2}"/>
              </a:ext>
            </a:extLst>
          </p:cNvPr>
          <p:cNvSpPr/>
          <p:nvPr/>
        </p:nvSpPr>
        <p:spPr>
          <a:xfrm>
            <a:off x="4182374" y="4146430"/>
            <a:ext cx="2179606" cy="458746"/>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Send Transcript to Gemini API</a:t>
            </a:r>
          </a:p>
        </p:txBody>
      </p:sp>
      <p:sp>
        <p:nvSpPr>
          <p:cNvPr id="78" name="Rectangle: Rounded Corners 77">
            <a:extLst>
              <a:ext uri="{FF2B5EF4-FFF2-40B4-BE49-F238E27FC236}">
                <a16:creationId xmlns:a16="http://schemas.microsoft.com/office/drawing/2014/main" id="{E14E6C94-5079-DD85-6449-243069D67BB0}"/>
              </a:ext>
            </a:extLst>
          </p:cNvPr>
          <p:cNvSpPr/>
          <p:nvPr/>
        </p:nvSpPr>
        <p:spPr>
          <a:xfrm>
            <a:off x="4182374" y="4662682"/>
            <a:ext cx="2179606" cy="458746"/>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AI Processes &amp; </a:t>
            </a:r>
            <a:r>
              <a:rPr lang="en-IN" sz="1100" dirty="0" err="1">
                <a:solidFill>
                  <a:schemeClr val="tx1"/>
                </a:solidFill>
                <a:latin typeface="Times New Roman" panose="02020603050405020304" pitchFamily="18" charset="0"/>
                <a:cs typeface="Times New Roman" panose="02020603050405020304" pitchFamily="18" charset="0"/>
              </a:rPr>
              <a:t>Analyzes</a:t>
            </a:r>
            <a:endParaRPr lang="en-IN" sz="1100" dirty="0">
              <a:solidFill>
                <a:schemeClr val="tx1"/>
              </a:solidFill>
              <a:latin typeface="Times New Roman" panose="02020603050405020304" pitchFamily="18" charset="0"/>
              <a:cs typeface="Times New Roman" panose="02020603050405020304" pitchFamily="18" charset="0"/>
            </a:endParaRPr>
          </a:p>
        </p:txBody>
      </p:sp>
      <p:sp>
        <p:nvSpPr>
          <p:cNvPr id="79" name="Rectangle: Rounded Corners 78">
            <a:extLst>
              <a:ext uri="{FF2B5EF4-FFF2-40B4-BE49-F238E27FC236}">
                <a16:creationId xmlns:a16="http://schemas.microsoft.com/office/drawing/2014/main" id="{C2261143-54B3-EF0A-3502-890CB52A2693}"/>
              </a:ext>
            </a:extLst>
          </p:cNvPr>
          <p:cNvSpPr/>
          <p:nvPr/>
        </p:nvSpPr>
        <p:spPr>
          <a:xfrm>
            <a:off x="4182374" y="5178934"/>
            <a:ext cx="2179606" cy="458746"/>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Parse &amp; Validate Response</a:t>
            </a:r>
          </a:p>
        </p:txBody>
      </p:sp>
      <p:sp>
        <p:nvSpPr>
          <p:cNvPr id="80" name="Rectangle: Rounded Corners 79">
            <a:extLst>
              <a:ext uri="{FF2B5EF4-FFF2-40B4-BE49-F238E27FC236}">
                <a16:creationId xmlns:a16="http://schemas.microsoft.com/office/drawing/2014/main" id="{FD3F403E-4871-1E9B-3D5A-D0B42206A1EE}"/>
              </a:ext>
            </a:extLst>
          </p:cNvPr>
          <p:cNvSpPr/>
          <p:nvPr/>
        </p:nvSpPr>
        <p:spPr>
          <a:xfrm>
            <a:off x="4182374" y="5695186"/>
            <a:ext cx="2179606" cy="458746"/>
          </a:xfrm>
          <a:prstGeom prst="round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Structured Output</a:t>
            </a:r>
          </a:p>
        </p:txBody>
      </p:sp>
      <p:sp>
        <p:nvSpPr>
          <p:cNvPr id="84" name="Rectangle: Rounded Corners 83">
            <a:extLst>
              <a:ext uri="{FF2B5EF4-FFF2-40B4-BE49-F238E27FC236}">
                <a16:creationId xmlns:a16="http://schemas.microsoft.com/office/drawing/2014/main" id="{214EF78C-78DD-C45D-75AE-9FF5BBE4533C}"/>
              </a:ext>
            </a:extLst>
          </p:cNvPr>
          <p:cNvSpPr/>
          <p:nvPr/>
        </p:nvSpPr>
        <p:spPr>
          <a:xfrm>
            <a:off x="6882442" y="4146430"/>
            <a:ext cx="2179606" cy="458746"/>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Database (Postgres SQL)</a:t>
            </a:r>
          </a:p>
        </p:txBody>
      </p:sp>
      <p:sp>
        <p:nvSpPr>
          <p:cNvPr id="85" name="Rectangle: Rounded Corners 84">
            <a:extLst>
              <a:ext uri="{FF2B5EF4-FFF2-40B4-BE49-F238E27FC236}">
                <a16:creationId xmlns:a16="http://schemas.microsoft.com/office/drawing/2014/main" id="{7039D41B-065D-983F-D421-121458E631F0}"/>
              </a:ext>
            </a:extLst>
          </p:cNvPr>
          <p:cNvSpPr/>
          <p:nvPr/>
        </p:nvSpPr>
        <p:spPr>
          <a:xfrm>
            <a:off x="9438736" y="4622199"/>
            <a:ext cx="2467154" cy="1593470"/>
          </a:xfrm>
          <a:prstGeom prst="roundRect">
            <a:avLst>
              <a:gd name="adj" fmla="val 3573"/>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628650" lvl="1" indent="-171450">
              <a:buFont typeface="Arial" panose="020B0604020202020204" pitchFamily="34" charset="0"/>
              <a:buChar char="•"/>
            </a:pPr>
            <a:r>
              <a:rPr lang="en-IN" sz="1200" dirty="0">
                <a:solidFill>
                  <a:schemeClr val="tx1"/>
                </a:solidFill>
                <a:latin typeface="Times New Roman" panose="02020603050405020304" pitchFamily="18" charset="0"/>
                <a:cs typeface="Times New Roman" panose="02020603050405020304" pitchFamily="18" charset="0"/>
              </a:rPr>
              <a:t>View Minutes</a:t>
            </a:r>
          </a:p>
          <a:p>
            <a:pPr marL="628650" lvl="1" indent="-171450">
              <a:buFont typeface="Arial" panose="020B0604020202020204" pitchFamily="34" charset="0"/>
              <a:buChar char="•"/>
            </a:pPr>
            <a:r>
              <a:rPr lang="en-IN" sz="1200" dirty="0">
                <a:solidFill>
                  <a:schemeClr val="tx1"/>
                </a:solidFill>
                <a:latin typeface="Times New Roman" panose="02020603050405020304" pitchFamily="18" charset="0"/>
                <a:cs typeface="Times New Roman" panose="02020603050405020304" pitchFamily="18" charset="0"/>
              </a:rPr>
              <a:t>Manage Tasks</a:t>
            </a:r>
          </a:p>
          <a:p>
            <a:pPr marL="628650" lvl="1" indent="-171450">
              <a:buFont typeface="Arial" panose="020B0604020202020204" pitchFamily="34" charset="0"/>
              <a:buChar char="•"/>
            </a:pPr>
            <a:r>
              <a:rPr lang="en-IN" sz="1200" dirty="0">
                <a:solidFill>
                  <a:schemeClr val="tx1"/>
                </a:solidFill>
                <a:latin typeface="Times New Roman" panose="02020603050405020304" pitchFamily="18" charset="0"/>
                <a:cs typeface="Times New Roman" panose="02020603050405020304" pitchFamily="18" charset="0"/>
              </a:rPr>
              <a:t>Edit if needed</a:t>
            </a:r>
          </a:p>
          <a:p>
            <a:pPr marL="628650" lvl="1" indent="-171450">
              <a:buFont typeface="Arial" panose="020B0604020202020204" pitchFamily="34" charset="0"/>
              <a:buChar char="•"/>
            </a:pPr>
            <a:endParaRPr lang="en-IN" sz="1200" dirty="0">
              <a:solidFill>
                <a:schemeClr val="tx1"/>
              </a:solidFill>
              <a:latin typeface="Times New Roman" panose="02020603050405020304" pitchFamily="18" charset="0"/>
              <a:cs typeface="Times New Roman" panose="02020603050405020304" pitchFamily="18" charset="0"/>
            </a:endParaRPr>
          </a:p>
        </p:txBody>
      </p:sp>
      <p:sp>
        <p:nvSpPr>
          <p:cNvPr id="86" name="Rectangle: Rounded Corners 85">
            <a:extLst>
              <a:ext uri="{FF2B5EF4-FFF2-40B4-BE49-F238E27FC236}">
                <a16:creationId xmlns:a16="http://schemas.microsoft.com/office/drawing/2014/main" id="{84F924CA-8A45-6F88-A43A-FC058111A0C4}"/>
              </a:ext>
            </a:extLst>
          </p:cNvPr>
          <p:cNvSpPr/>
          <p:nvPr/>
        </p:nvSpPr>
        <p:spPr>
          <a:xfrm>
            <a:off x="9582509" y="4786673"/>
            <a:ext cx="2179606" cy="458746"/>
          </a:xfrm>
          <a:prstGeom prst="round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solidFill>
                  <a:schemeClr val="tx1"/>
                </a:solidFill>
                <a:latin typeface="Times New Roman" panose="02020603050405020304" pitchFamily="18" charset="0"/>
                <a:cs typeface="Times New Roman" panose="02020603050405020304" pitchFamily="18" charset="0"/>
              </a:rPr>
              <a:t>Display Results</a:t>
            </a:r>
          </a:p>
        </p:txBody>
      </p:sp>
      <p:cxnSp>
        <p:nvCxnSpPr>
          <p:cNvPr id="88" name="Straight Arrow Connector 87">
            <a:extLst>
              <a:ext uri="{FF2B5EF4-FFF2-40B4-BE49-F238E27FC236}">
                <a16:creationId xmlns:a16="http://schemas.microsoft.com/office/drawing/2014/main" id="{FFAF8CE0-45C0-3506-6ECE-304402154594}"/>
              </a:ext>
            </a:extLst>
          </p:cNvPr>
          <p:cNvCxnSpPr>
            <a:stCxn id="85" idx="0"/>
            <a:endCxn id="28" idx="2"/>
          </p:cNvCxnSpPr>
          <p:nvPr/>
        </p:nvCxnSpPr>
        <p:spPr>
          <a:xfrm flipV="1">
            <a:off x="10672313" y="4395267"/>
            <a:ext cx="0" cy="226932"/>
          </a:xfrm>
          <a:prstGeom prst="straightConnector1">
            <a:avLst/>
          </a:prstGeom>
          <a:ln>
            <a:solidFill>
              <a:schemeClr val="bg2">
                <a:lumMod val="9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9852FB83-FAA0-EB98-2963-F1F2048EB842}"/>
              </a:ext>
            </a:extLst>
          </p:cNvPr>
          <p:cNvCxnSpPr>
            <a:cxnSpLocks/>
            <a:stCxn id="29" idx="3"/>
          </p:cNvCxnSpPr>
          <p:nvPr/>
        </p:nvCxnSpPr>
        <p:spPr>
          <a:xfrm flipV="1">
            <a:off x="9205822" y="5121428"/>
            <a:ext cx="232912" cy="0"/>
          </a:xfrm>
          <a:prstGeom prst="straightConnector1">
            <a:avLst/>
          </a:prstGeom>
          <a:ln>
            <a:solidFill>
              <a:schemeClr val="bg2">
                <a:lumMod val="9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92" name="Date Placeholder 91">
            <a:extLst>
              <a:ext uri="{FF2B5EF4-FFF2-40B4-BE49-F238E27FC236}">
                <a16:creationId xmlns:a16="http://schemas.microsoft.com/office/drawing/2014/main" id="{182DEB1D-CCEF-6C4C-8B58-F55B4B5EFE92}"/>
              </a:ext>
            </a:extLst>
          </p:cNvPr>
          <p:cNvSpPr>
            <a:spLocks noGrp="1"/>
          </p:cNvSpPr>
          <p:nvPr>
            <p:ph type="dt" sz="half" idx="10"/>
          </p:nvPr>
        </p:nvSpPr>
        <p:spPr/>
        <p:txBody>
          <a:bodyPr/>
          <a:lstStyle/>
          <a:p>
            <a:r>
              <a:rPr lang="en-US"/>
              <a:t>DRC Presentation - 1</a:t>
            </a:r>
            <a:endParaRPr lang="en-IN"/>
          </a:p>
        </p:txBody>
      </p:sp>
      <p:grpSp>
        <p:nvGrpSpPr>
          <p:cNvPr id="7" name="Group 6">
            <a:extLst>
              <a:ext uri="{FF2B5EF4-FFF2-40B4-BE49-F238E27FC236}">
                <a16:creationId xmlns:a16="http://schemas.microsoft.com/office/drawing/2014/main" id="{D3B337C6-0410-EA05-B3F0-DC39D27B34AF}"/>
              </a:ext>
            </a:extLst>
          </p:cNvPr>
          <p:cNvGrpSpPr/>
          <p:nvPr/>
        </p:nvGrpSpPr>
        <p:grpSpPr>
          <a:xfrm>
            <a:off x="10058400" y="220121"/>
            <a:ext cx="2064154" cy="471790"/>
            <a:chOff x="8931651" y="18836"/>
            <a:chExt cx="3012622" cy="781162"/>
          </a:xfrm>
        </p:grpSpPr>
        <p:sp>
          <p:nvSpPr>
            <p:cNvPr id="8" name="TextBox 7">
              <a:extLst>
                <a:ext uri="{FF2B5EF4-FFF2-40B4-BE49-F238E27FC236}">
                  <a16:creationId xmlns:a16="http://schemas.microsoft.com/office/drawing/2014/main" id="{4E7758EC-1D61-CC7C-BD0B-35CCF0F19176}"/>
                </a:ext>
              </a:extLst>
            </p:cNvPr>
            <p:cNvSpPr txBox="1"/>
            <p:nvPr/>
          </p:nvSpPr>
          <p:spPr>
            <a:xfrm>
              <a:off x="8984720" y="18836"/>
              <a:ext cx="2906486" cy="611518"/>
            </a:xfrm>
            <a:prstGeom prst="rect">
              <a:avLst/>
            </a:prstGeom>
            <a:noFill/>
          </p:spPr>
          <p:txBody>
            <a:bodyPr wrap="square" rtlCol="0">
              <a:spAutoFit/>
            </a:bodyPr>
            <a:lstStyle/>
            <a:p>
              <a:r>
                <a:rPr lang="en-US" b="1" dirty="0">
                  <a:latin typeface="Copperplate Gothic Bold" panose="020E0705020206020404" pitchFamily="34" charset="0"/>
                </a:rPr>
                <a:t>Meet </a:t>
              </a:r>
              <a:r>
                <a:rPr lang="en-US" b="1" dirty="0">
                  <a:solidFill>
                    <a:schemeClr val="tx2">
                      <a:lumMod val="50000"/>
                      <a:lumOff val="50000"/>
                    </a:schemeClr>
                  </a:solidFill>
                  <a:latin typeface="Copperplate Gothic Bold" panose="020E0705020206020404" pitchFamily="34" charset="0"/>
                </a:rPr>
                <a:t>Minutes</a:t>
              </a:r>
              <a:endParaRPr lang="en-IN" b="1" dirty="0">
                <a:solidFill>
                  <a:schemeClr val="tx2">
                    <a:lumMod val="50000"/>
                    <a:lumOff val="50000"/>
                  </a:schemeClr>
                </a:solidFill>
                <a:latin typeface="Copperplate Gothic Bold" panose="020E0705020206020404" pitchFamily="34" charset="0"/>
              </a:endParaRPr>
            </a:p>
          </p:txBody>
        </p:sp>
        <p:sp>
          <p:nvSpPr>
            <p:cNvPr id="9" name="TextBox 8">
              <a:extLst>
                <a:ext uri="{FF2B5EF4-FFF2-40B4-BE49-F238E27FC236}">
                  <a16:creationId xmlns:a16="http://schemas.microsoft.com/office/drawing/2014/main" id="{561A1AD3-4A31-1093-AE72-E32CFAD2AF9D}"/>
                </a:ext>
              </a:extLst>
            </p:cNvPr>
            <p:cNvSpPr txBox="1"/>
            <p:nvPr/>
          </p:nvSpPr>
          <p:spPr>
            <a:xfrm>
              <a:off x="8931651" y="468759"/>
              <a:ext cx="3012622" cy="331239"/>
            </a:xfrm>
            <a:prstGeom prst="rect">
              <a:avLst/>
            </a:prstGeom>
            <a:noFill/>
          </p:spPr>
          <p:txBody>
            <a:bodyPr wrap="square" rtlCol="0">
              <a:spAutoFit/>
            </a:bodyPr>
            <a:lstStyle/>
            <a:p>
              <a:r>
                <a:rPr lang="en-US" sz="700" dirty="0"/>
                <a:t>Summarize  -  Extract Minutes  -  Manage Tasks</a:t>
              </a:r>
              <a:endParaRPr lang="en-IN" sz="700" dirty="0"/>
            </a:p>
          </p:txBody>
        </p:sp>
      </p:grpSp>
      <p:sp>
        <p:nvSpPr>
          <p:cNvPr id="32" name="Rectangle: Rounded Corners 31">
            <a:extLst>
              <a:ext uri="{FF2B5EF4-FFF2-40B4-BE49-F238E27FC236}">
                <a16:creationId xmlns:a16="http://schemas.microsoft.com/office/drawing/2014/main" id="{1FECF3D6-E314-E9AB-ABA4-D7907E40C97D}"/>
              </a:ext>
            </a:extLst>
          </p:cNvPr>
          <p:cNvSpPr/>
          <p:nvPr/>
        </p:nvSpPr>
        <p:spPr>
          <a:xfrm>
            <a:off x="92015" y="109268"/>
            <a:ext cx="12019472" cy="6648807"/>
          </a:xfrm>
          <a:prstGeom prst="roundRect">
            <a:avLst>
              <a:gd name="adj" fmla="val 4212"/>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067BEB82-1764-EEDF-AA3F-E834565F9A89}"/>
              </a:ext>
            </a:extLst>
          </p:cNvPr>
          <p:cNvSpPr txBox="1"/>
          <p:nvPr/>
        </p:nvSpPr>
        <p:spPr>
          <a:xfrm>
            <a:off x="3054185" y="2275548"/>
            <a:ext cx="392306" cy="261610"/>
          </a:xfrm>
          <a:prstGeom prst="rect">
            <a:avLst/>
          </a:prstGeom>
          <a:noFill/>
        </p:spPr>
        <p:txBody>
          <a:bodyPr wrap="square" rtlCol="0">
            <a:spAutoFit/>
          </a:bodyPr>
          <a:lstStyle/>
          <a:p>
            <a:r>
              <a:rPr lang="en-US" sz="1100" dirty="0"/>
              <a:t>No</a:t>
            </a:r>
            <a:endParaRPr lang="en-IN" sz="1100" dirty="0"/>
          </a:p>
        </p:txBody>
      </p:sp>
      <p:sp>
        <p:nvSpPr>
          <p:cNvPr id="4" name="TextBox 3">
            <a:extLst>
              <a:ext uri="{FF2B5EF4-FFF2-40B4-BE49-F238E27FC236}">
                <a16:creationId xmlns:a16="http://schemas.microsoft.com/office/drawing/2014/main" id="{AA973F0F-B38D-B3F9-703E-72B926811999}"/>
              </a:ext>
            </a:extLst>
          </p:cNvPr>
          <p:cNvSpPr txBox="1"/>
          <p:nvPr/>
        </p:nvSpPr>
        <p:spPr>
          <a:xfrm>
            <a:off x="1621977" y="2803753"/>
            <a:ext cx="420257" cy="261610"/>
          </a:xfrm>
          <a:prstGeom prst="rect">
            <a:avLst/>
          </a:prstGeom>
          <a:noFill/>
        </p:spPr>
        <p:txBody>
          <a:bodyPr wrap="square" rtlCol="0">
            <a:spAutoFit/>
          </a:bodyPr>
          <a:lstStyle/>
          <a:p>
            <a:r>
              <a:rPr lang="en-US" sz="1100" dirty="0"/>
              <a:t>Yes</a:t>
            </a:r>
            <a:endParaRPr lang="en-IN" sz="1100" dirty="0"/>
          </a:p>
        </p:txBody>
      </p:sp>
    </p:spTree>
    <p:extLst>
      <p:ext uri="{BB962C8B-B14F-4D97-AF65-F5344CB8AC3E}">
        <p14:creationId xmlns:p14="http://schemas.microsoft.com/office/powerpoint/2010/main" val="4267892479"/>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9F00A-0A32-CF3E-426A-78B7348C890A}"/>
            </a:ext>
          </a:extLst>
        </p:cNvPr>
        <p:cNvGrpSpPr/>
        <p:nvPr/>
      </p:nvGrpSpPr>
      <p:grpSpPr>
        <a:xfrm>
          <a:off x="0" y="0"/>
          <a:ext cx="0" cy="0"/>
          <a:chOff x="0" y="0"/>
          <a:chExt cx="0" cy="0"/>
        </a:xfrm>
      </p:grpSpPr>
      <p:pic>
        <p:nvPicPr>
          <p:cNvPr id="100" name="Picture 99">
            <a:extLst>
              <a:ext uri="{FF2B5EF4-FFF2-40B4-BE49-F238E27FC236}">
                <a16:creationId xmlns:a16="http://schemas.microsoft.com/office/drawing/2014/main" id="{11B9F1FF-A677-1455-1653-B31DD1F3A3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387" y="562161"/>
            <a:ext cx="10661413" cy="6013804"/>
          </a:xfrm>
          <a:prstGeom prst="rect">
            <a:avLst/>
          </a:prstGeom>
        </p:spPr>
      </p:pic>
      <p:pic>
        <p:nvPicPr>
          <p:cNvPr id="14" name="Picture 13">
            <a:extLst>
              <a:ext uri="{FF2B5EF4-FFF2-40B4-BE49-F238E27FC236}">
                <a16:creationId xmlns:a16="http://schemas.microsoft.com/office/drawing/2014/main" id="{6BE6840C-1985-139F-A489-1D44C60C5621}"/>
              </a:ext>
            </a:extLst>
          </p:cNvPr>
          <p:cNvPicPr>
            <a:picLocks noChangeAspect="1"/>
          </p:cNvPicPr>
          <p:nvPr/>
        </p:nvPicPr>
        <p:blipFill>
          <a:blip r:embed="rId4">
            <a:extLst>
              <a:ext uri="{28A0092B-C50C-407E-A947-70E740481C1C}">
                <a14:useLocalDpi xmlns:a14="http://schemas.microsoft.com/office/drawing/2010/main" val="0"/>
              </a:ext>
            </a:extLst>
          </a:blip>
          <a:srcRect r="2090" b="29413"/>
          <a:stretch>
            <a:fillRect/>
          </a:stretch>
        </p:blipFill>
        <p:spPr>
          <a:xfrm>
            <a:off x="63262" y="97767"/>
            <a:ext cx="933322" cy="672860"/>
          </a:xfrm>
          <a:prstGeom prst="ellipse">
            <a:avLst/>
          </a:prstGeom>
        </p:spPr>
      </p:pic>
      <p:sp>
        <p:nvSpPr>
          <p:cNvPr id="3" name="TextBox 2">
            <a:extLst>
              <a:ext uri="{FF2B5EF4-FFF2-40B4-BE49-F238E27FC236}">
                <a16:creationId xmlns:a16="http://schemas.microsoft.com/office/drawing/2014/main" id="{0F89A4C3-6EA7-0194-28D7-B13C7A71F71C}"/>
              </a:ext>
            </a:extLst>
          </p:cNvPr>
          <p:cNvSpPr txBox="1"/>
          <p:nvPr/>
        </p:nvSpPr>
        <p:spPr>
          <a:xfrm>
            <a:off x="4223093" y="172587"/>
            <a:ext cx="3600000" cy="523220"/>
          </a:xfrm>
          <a:prstGeom prst="rect">
            <a:avLst/>
          </a:prstGeom>
          <a:noFill/>
        </p:spPr>
        <p:txBody>
          <a:bodyPr wrap="square" rtlCol="0">
            <a:spAutoFit/>
          </a:bodyPr>
          <a:lstStyle/>
          <a:p>
            <a:r>
              <a:rPr lang="en-US" sz="2800" dirty="0">
                <a:latin typeface="Copperplate Gothic Bold" panose="020E0705020206020404" pitchFamily="34" charset="0"/>
              </a:rPr>
              <a:t>Database Design</a:t>
            </a:r>
            <a:endParaRPr lang="en-IN" sz="2800" dirty="0">
              <a:latin typeface="Copperplate Gothic Bold" panose="020E0705020206020404" pitchFamily="34" charset="0"/>
            </a:endParaRPr>
          </a:p>
        </p:txBody>
      </p:sp>
      <p:cxnSp>
        <p:nvCxnSpPr>
          <p:cNvPr id="6" name="Straight Connector 5">
            <a:extLst>
              <a:ext uri="{FF2B5EF4-FFF2-40B4-BE49-F238E27FC236}">
                <a16:creationId xmlns:a16="http://schemas.microsoft.com/office/drawing/2014/main" id="{F829A188-BEA5-1027-B144-1107F3A276E4}"/>
              </a:ext>
            </a:extLst>
          </p:cNvPr>
          <p:cNvCxnSpPr>
            <a:cxnSpLocks/>
          </p:cNvCxnSpPr>
          <p:nvPr/>
        </p:nvCxnSpPr>
        <p:spPr>
          <a:xfrm>
            <a:off x="4159592" y="692988"/>
            <a:ext cx="3600000"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10" name="Slide Number Placeholder 9">
            <a:extLst>
              <a:ext uri="{FF2B5EF4-FFF2-40B4-BE49-F238E27FC236}">
                <a16:creationId xmlns:a16="http://schemas.microsoft.com/office/drawing/2014/main" id="{26522A96-FB5B-2C2F-C718-CCB00943C971}"/>
              </a:ext>
            </a:extLst>
          </p:cNvPr>
          <p:cNvSpPr>
            <a:spLocks noGrp="1"/>
          </p:cNvSpPr>
          <p:nvPr>
            <p:ph type="sldNum" sz="quarter" idx="12"/>
          </p:nvPr>
        </p:nvSpPr>
        <p:spPr/>
        <p:txBody>
          <a:bodyPr/>
          <a:lstStyle/>
          <a:p>
            <a:fld id="{A53F6252-FAEC-4C37-BB0C-C6F407600717}" type="slidenum">
              <a:rPr lang="en-IN" smtClean="0">
                <a:solidFill>
                  <a:schemeClr val="tx1"/>
                </a:solidFill>
              </a:rPr>
              <a:t>11</a:t>
            </a:fld>
            <a:endParaRPr lang="en-IN" dirty="0">
              <a:solidFill>
                <a:schemeClr val="tx1"/>
              </a:solidFill>
            </a:endParaRPr>
          </a:p>
        </p:txBody>
      </p:sp>
      <p:sp>
        <p:nvSpPr>
          <p:cNvPr id="4" name="Date Placeholder 3">
            <a:extLst>
              <a:ext uri="{FF2B5EF4-FFF2-40B4-BE49-F238E27FC236}">
                <a16:creationId xmlns:a16="http://schemas.microsoft.com/office/drawing/2014/main" id="{A55D5D4C-1514-4791-2D25-9411A7B0F526}"/>
              </a:ext>
            </a:extLst>
          </p:cNvPr>
          <p:cNvSpPr>
            <a:spLocks noGrp="1"/>
          </p:cNvSpPr>
          <p:nvPr>
            <p:ph type="dt" sz="half" idx="10"/>
          </p:nvPr>
        </p:nvSpPr>
        <p:spPr/>
        <p:txBody>
          <a:bodyPr/>
          <a:lstStyle/>
          <a:p>
            <a:r>
              <a:rPr lang="en-US"/>
              <a:t>DRC Presentation - 1</a:t>
            </a:r>
            <a:endParaRPr lang="en-IN"/>
          </a:p>
        </p:txBody>
      </p:sp>
      <p:grpSp>
        <p:nvGrpSpPr>
          <p:cNvPr id="8" name="Group 7">
            <a:extLst>
              <a:ext uri="{FF2B5EF4-FFF2-40B4-BE49-F238E27FC236}">
                <a16:creationId xmlns:a16="http://schemas.microsoft.com/office/drawing/2014/main" id="{D9F77207-D9AE-FEC2-2D15-98BB29AD5577}"/>
              </a:ext>
            </a:extLst>
          </p:cNvPr>
          <p:cNvGrpSpPr/>
          <p:nvPr/>
        </p:nvGrpSpPr>
        <p:grpSpPr>
          <a:xfrm>
            <a:off x="10058400" y="220121"/>
            <a:ext cx="2064154" cy="471790"/>
            <a:chOff x="8931651" y="18836"/>
            <a:chExt cx="3012622" cy="781162"/>
          </a:xfrm>
        </p:grpSpPr>
        <p:sp>
          <p:nvSpPr>
            <p:cNvPr id="9" name="TextBox 8">
              <a:extLst>
                <a:ext uri="{FF2B5EF4-FFF2-40B4-BE49-F238E27FC236}">
                  <a16:creationId xmlns:a16="http://schemas.microsoft.com/office/drawing/2014/main" id="{FD073629-6B3A-A7FB-D676-180C78E5782F}"/>
                </a:ext>
              </a:extLst>
            </p:cNvPr>
            <p:cNvSpPr txBox="1"/>
            <p:nvPr/>
          </p:nvSpPr>
          <p:spPr>
            <a:xfrm>
              <a:off x="8984720" y="18836"/>
              <a:ext cx="2906486" cy="611518"/>
            </a:xfrm>
            <a:prstGeom prst="rect">
              <a:avLst/>
            </a:prstGeom>
            <a:noFill/>
          </p:spPr>
          <p:txBody>
            <a:bodyPr wrap="square" rtlCol="0">
              <a:spAutoFit/>
            </a:bodyPr>
            <a:lstStyle/>
            <a:p>
              <a:r>
                <a:rPr lang="en-US" b="1" dirty="0">
                  <a:latin typeface="Copperplate Gothic Bold" panose="020E0705020206020404" pitchFamily="34" charset="0"/>
                </a:rPr>
                <a:t>Meet </a:t>
              </a:r>
              <a:r>
                <a:rPr lang="en-US" b="1" dirty="0">
                  <a:solidFill>
                    <a:schemeClr val="tx2">
                      <a:lumMod val="50000"/>
                      <a:lumOff val="50000"/>
                    </a:schemeClr>
                  </a:solidFill>
                  <a:latin typeface="Copperplate Gothic Bold" panose="020E0705020206020404" pitchFamily="34" charset="0"/>
                </a:rPr>
                <a:t>Minutes</a:t>
              </a:r>
              <a:endParaRPr lang="en-IN" b="1" dirty="0">
                <a:solidFill>
                  <a:schemeClr val="tx2">
                    <a:lumMod val="50000"/>
                    <a:lumOff val="50000"/>
                  </a:schemeClr>
                </a:solidFill>
                <a:latin typeface="Copperplate Gothic Bold" panose="020E0705020206020404" pitchFamily="34" charset="0"/>
              </a:endParaRPr>
            </a:p>
          </p:txBody>
        </p:sp>
        <p:sp>
          <p:nvSpPr>
            <p:cNvPr id="11" name="TextBox 10">
              <a:extLst>
                <a:ext uri="{FF2B5EF4-FFF2-40B4-BE49-F238E27FC236}">
                  <a16:creationId xmlns:a16="http://schemas.microsoft.com/office/drawing/2014/main" id="{14D25575-8668-C674-41A3-EE797CF778FF}"/>
                </a:ext>
              </a:extLst>
            </p:cNvPr>
            <p:cNvSpPr txBox="1"/>
            <p:nvPr/>
          </p:nvSpPr>
          <p:spPr>
            <a:xfrm>
              <a:off x="8931651" y="468759"/>
              <a:ext cx="3012622" cy="331239"/>
            </a:xfrm>
            <a:prstGeom prst="rect">
              <a:avLst/>
            </a:prstGeom>
            <a:noFill/>
          </p:spPr>
          <p:txBody>
            <a:bodyPr wrap="square" rtlCol="0">
              <a:spAutoFit/>
            </a:bodyPr>
            <a:lstStyle/>
            <a:p>
              <a:r>
                <a:rPr lang="en-US" sz="700" dirty="0"/>
                <a:t>Summarize  -  Extract Minutes  -  Manage Tasks</a:t>
              </a:r>
              <a:endParaRPr lang="en-IN" sz="700" dirty="0"/>
            </a:p>
          </p:txBody>
        </p:sp>
      </p:grpSp>
      <p:sp>
        <p:nvSpPr>
          <p:cNvPr id="13" name="Rectangle: Rounded Corners 12">
            <a:extLst>
              <a:ext uri="{FF2B5EF4-FFF2-40B4-BE49-F238E27FC236}">
                <a16:creationId xmlns:a16="http://schemas.microsoft.com/office/drawing/2014/main" id="{C544EF36-6BF9-2EC0-FF8A-13ED2C8DAA8C}"/>
              </a:ext>
            </a:extLst>
          </p:cNvPr>
          <p:cNvSpPr/>
          <p:nvPr/>
        </p:nvSpPr>
        <p:spPr>
          <a:xfrm>
            <a:off x="92015" y="109268"/>
            <a:ext cx="12019472" cy="6648807"/>
          </a:xfrm>
          <a:prstGeom prst="roundRect">
            <a:avLst>
              <a:gd name="adj" fmla="val 4212"/>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94694908"/>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02445-8946-64C0-6F2F-2ED6E1BFEEFA}"/>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33DB5842-15A5-9FA8-5431-D54D24232D14}"/>
              </a:ext>
            </a:extLst>
          </p:cNvPr>
          <p:cNvPicPr>
            <a:picLocks noChangeAspect="1"/>
          </p:cNvPicPr>
          <p:nvPr/>
        </p:nvPicPr>
        <p:blipFill>
          <a:blip r:embed="rId3">
            <a:extLst>
              <a:ext uri="{28A0092B-C50C-407E-A947-70E740481C1C}">
                <a14:useLocalDpi xmlns:a14="http://schemas.microsoft.com/office/drawing/2010/main" val="0"/>
              </a:ext>
            </a:extLst>
          </a:blip>
          <a:srcRect r="2090" b="29413"/>
          <a:stretch>
            <a:fillRect/>
          </a:stretch>
        </p:blipFill>
        <p:spPr>
          <a:xfrm>
            <a:off x="63262" y="97767"/>
            <a:ext cx="933322" cy="672860"/>
          </a:xfrm>
          <a:prstGeom prst="ellipse">
            <a:avLst/>
          </a:prstGeom>
        </p:spPr>
      </p:pic>
      <p:sp>
        <p:nvSpPr>
          <p:cNvPr id="3" name="TextBox 2">
            <a:extLst>
              <a:ext uri="{FF2B5EF4-FFF2-40B4-BE49-F238E27FC236}">
                <a16:creationId xmlns:a16="http://schemas.microsoft.com/office/drawing/2014/main" id="{B1E8D3C7-6923-13FD-9AB5-2425CA3D9C4A}"/>
              </a:ext>
            </a:extLst>
          </p:cNvPr>
          <p:cNvSpPr txBox="1"/>
          <p:nvPr/>
        </p:nvSpPr>
        <p:spPr>
          <a:xfrm>
            <a:off x="4763726" y="168691"/>
            <a:ext cx="2567806" cy="523220"/>
          </a:xfrm>
          <a:prstGeom prst="rect">
            <a:avLst/>
          </a:prstGeom>
          <a:noFill/>
        </p:spPr>
        <p:txBody>
          <a:bodyPr wrap="square" rtlCol="0">
            <a:spAutoFit/>
          </a:bodyPr>
          <a:lstStyle/>
          <a:p>
            <a:r>
              <a:rPr lang="en-US" sz="2800" dirty="0">
                <a:latin typeface="Copperplate Gothic Bold" panose="020E0705020206020404" pitchFamily="34" charset="0"/>
              </a:rPr>
              <a:t>Conclusion</a:t>
            </a:r>
            <a:endParaRPr lang="en-IN" sz="2800" dirty="0">
              <a:latin typeface="Copperplate Gothic Bold" panose="020E0705020206020404" pitchFamily="34" charset="0"/>
            </a:endParaRPr>
          </a:p>
        </p:txBody>
      </p:sp>
      <p:sp>
        <p:nvSpPr>
          <p:cNvPr id="4" name="TextBox 3">
            <a:extLst>
              <a:ext uri="{FF2B5EF4-FFF2-40B4-BE49-F238E27FC236}">
                <a16:creationId xmlns:a16="http://schemas.microsoft.com/office/drawing/2014/main" id="{646A420C-A83D-DBF9-DF4B-17268A7AB2CB}"/>
              </a:ext>
            </a:extLst>
          </p:cNvPr>
          <p:cNvSpPr txBox="1"/>
          <p:nvPr/>
        </p:nvSpPr>
        <p:spPr>
          <a:xfrm>
            <a:off x="672065" y="1074499"/>
            <a:ext cx="10610977" cy="2031325"/>
          </a:xfrm>
          <a:prstGeom prst="rect">
            <a:avLst/>
          </a:prstGeom>
          <a:noFill/>
        </p:spPr>
        <p:txBody>
          <a:bodyPr wrap="square" rtlCol="0">
            <a:spAutoFit/>
          </a:bodyPr>
          <a:lstStyle/>
          <a:p>
            <a:pPr marL="285750" lvl="0" indent="-285750" algn="just">
              <a:buFont typeface="Arial" panose="020B0604020202020204" pitchFamily="34" charset="0"/>
              <a:buChar char="•"/>
            </a:pPr>
            <a:r>
              <a:rPr lang="en-IN" b="1" dirty="0"/>
              <a:t>Meet Minutes</a:t>
            </a:r>
            <a:r>
              <a:rPr lang="en-IN" dirty="0"/>
              <a:t> simplifies the process of managing meetings and meeting outcomes. </a:t>
            </a:r>
          </a:p>
          <a:p>
            <a:pPr marL="285750" lvl="0" indent="-285750" algn="just">
              <a:buFont typeface="Arial" panose="020B0604020202020204" pitchFamily="34" charset="0"/>
              <a:buChar char="•"/>
            </a:pPr>
            <a:r>
              <a:rPr lang="en-IN" dirty="0"/>
              <a:t>It helps </a:t>
            </a:r>
            <a:r>
              <a:rPr lang="en-IN" b="1" dirty="0"/>
              <a:t>summarize meeting discussions</a:t>
            </a:r>
            <a:r>
              <a:rPr lang="en-IN" dirty="0"/>
              <a:t> and extract important </a:t>
            </a:r>
            <a:r>
              <a:rPr lang="en-IN" b="1" dirty="0"/>
              <a:t>decisions, action items, participants, and deadlines</a:t>
            </a:r>
            <a:r>
              <a:rPr lang="en-IN" dirty="0"/>
              <a:t>. </a:t>
            </a:r>
          </a:p>
          <a:p>
            <a:pPr marL="285750" lvl="0" indent="-285750" algn="just">
              <a:buFont typeface="Arial" panose="020B0604020202020204" pitchFamily="34" charset="0"/>
              <a:buChar char="•"/>
            </a:pPr>
            <a:r>
              <a:rPr lang="en-IN" dirty="0"/>
              <a:t>The system provides </a:t>
            </a:r>
            <a:r>
              <a:rPr lang="en-IN" b="1" dirty="0"/>
              <a:t>task management and tracking</a:t>
            </a:r>
            <a:r>
              <a:rPr lang="en-IN" dirty="0"/>
              <a:t>, making responsibilities clear to each participant. </a:t>
            </a:r>
          </a:p>
          <a:p>
            <a:pPr marL="285750" lvl="0" indent="-285750" algn="just">
              <a:buFont typeface="Arial" panose="020B0604020202020204" pitchFamily="34" charset="0"/>
              <a:buChar char="•"/>
            </a:pPr>
            <a:r>
              <a:rPr lang="en-IN" b="1" dirty="0"/>
              <a:t>React JS, Spring Boot, Java, and PostgreSQL</a:t>
            </a:r>
            <a:r>
              <a:rPr lang="en-IN" dirty="0"/>
              <a:t> provide a scalable and reliable application architecture. </a:t>
            </a:r>
          </a:p>
          <a:p>
            <a:pPr marL="285750" lvl="0" indent="-285750" algn="just">
              <a:buFont typeface="Arial" panose="020B0604020202020204" pitchFamily="34" charset="0"/>
              <a:buChar char="•"/>
            </a:pPr>
            <a:r>
              <a:rPr lang="en-IN" dirty="0"/>
              <a:t>It reduces </a:t>
            </a:r>
            <a:r>
              <a:rPr lang="en-IN" b="1" dirty="0"/>
              <a:t>manual effort, information loss, and time spent preparing meeting minutes</a:t>
            </a:r>
            <a:r>
              <a:rPr lang="en-IN" dirty="0"/>
              <a:t>. </a:t>
            </a:r>
          </a:p>
          <a:p>
            <a:pPr marL="285750" lvl="0" indent="-285750" algn="just">
              <a:buFont typeface="Arial" panose="020B0604020202020204" pitchFamily="34" charset="0"/>
              <a:buChar char="•"/>
            </a:pPr>
            <a:r>
              <a:rPr lang="en-IN" dirty="0"/>
              <a:t>Overall, Meet Minutes helps teams </a:t>
            </a:r>
            <a:r>
              <a:rPr lang="en-IN" b="1" dirty="0"/>
              <a:t>stay organized, accountable, and focused on their tasks</a:t>
            </a:r>
            <a:endParaRPr lang="en-IN" dirty="0"/>
          </a:p>
        </p:txBody>
      </p:sp>
      <p:cxnSp>
        <p:nvCxnSpPr>
          <p:cNvPr id="6" name="Straight Connector 5">
            <a:extLst>
              <a:ext uri="{FF2B5EF4-FFF2-40B4-BE49-F238E27FC236}">
                <a16:creationId xmlns:a16="http://schemas.microsoft.com/office/drawing/2014/main" id="{03AC3E90-07A5-7F1C-E533-DA099FD501D4}"/>
              </a:ext>
            </a:extLst>
          </p:cNvPr>
          <p:cNvCxnSpPr>
            <a:cxnSpLocks/>
          </p:cNvCxnSpPr>
          <p:nvPr/>
        </p:nvCxnSpPr>
        <p:spPr>
          <a:xfrm>
            <a:off x="4682943" y="733245"/>
            <a:ext cx="2772000" cy="0"/>
          </a:xfrm>
          <a:prstGeom prst="line">
            <a:avLst/>
          </a:prstGeom>
          <a:ln>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7" name="Slide Number Placeholder 6">
            <a:extLst>
              <a:ext uri="{FF2B5EF4-FFF2-40B4-BE49-F238E27FC236}">
                <a16:creationId xmlns:a16="http://schemas.microsoft.com/office/drawing/2014/main" id="{630C2D13-77CB-8A65-8C9B-6D6E99E71860}"/>
              </a:ext>
            </a:extLst>
          </p:cNvPr>
          <p:cNvSpPr>
            <a:spLocks noGrp="1"/>
          </p:cNvSpPr>
          <p:nvPr>
            <p:ph type="sldNum" sz="quarter" idx="12"/>
          </p:nvPr>
        </p:nvSpPr>
        <p:spPr/>
        <p:txBody>
          <a:bodyPr/>
          <a:lstStyle/>
          <a:p>
            <a:fld id="{A53F6252-FAEC-4C37-BB0C-C6F407600717}" type="slidenum">
              <a:rPr lang="en-IN" smtClean="0">
                <a:solidFill>
                  <a:schemeClr val="tx1"/>
                </a:solidFill>
              </a:rPr>
              <a:t>12</a:t>
            </a:fld>
            <a:endParaRPr lang="en-IN" dirty="0">
              <a:solidFill>
                <a:schemeClr val="tx1"/>
              </a:solidFill>
            </a:endParaRPr>
          </a:p>
        </p:txBody>
      </p:sp>
      <p:sp>
        <p:nvSpPr>
          <p:cNvPr id="8" name="Date Placeholder 7">
            <a:extLst>
              <a:ext uri="{FF2B5EF4-FFF2-40B4-BE49-F238E27FC236}">
                <a16:creationId xmlns:a16="http://schemas.microsoft.com/office/drawing/2014/main" id="{3B91B3B6-B10D-4FFC-5E2C-9E073D67872A}"/>
              </a:ext>
            </a:extLst>
          </p:cNvPr>
          <p:cNvSpPr>
            <a:spLocks noGrp="1"/>
          </p:cNvSpPr>
          <p:nvPr>
            <p:ph type="dt" sz="half" idx="10"/>
          </p:nvPr>
        </p:nvSpPr>
        <p:spPr/>
        <p:txBody>
          <a:bodyPr/>
          <a:lstStyle/>
          <a:p>
            <a:r>
              <a:rPr lang="en-US">
                <a:solidFill>
                  <a:schemeClr val="tx1"/>
                </a:solidFill>
              </a:rPr>
              <a:t>DRC Presentation - 1</a:t>
            </a:r>
            <a:endParaRPr lang="en-IN">
              <a:solidFill>
                <a:schemeClr val="tx1"/>
              </a:solidFill>
            </a:endParaRPr>
          </a:p>
        </p:txBody>
      </p:sp>
      <p:grpSp>
        <p:nvGrpSpPr>
          <p:cNvPr id="10" name="Group 9">
            <a:extLst>
              <a:ext uri="{FF2B5EF4-FFF2-40B4-BE49-F238E27FC236}">
                <a16:creationId xmlns:a16="http://schemas.microsoft.com/office/drawing/2014/main" id="{76E4E8DC-1D9F-5909-0BD8-F2967E23CBB3}"/>
              </a:ext>
            </a:extLst>
          </p:cNvPr>
          <p:cNvGrpSpPr/>
          <p:nvPr/>
        </p:nvGrpSpPr>
        <p:grpSpPr>
          <a:xfrm>
            <a:off x="10058400" y="220121"/>
            <a:ext cx="2064154" cy="471790"/>
            <a:chOff x="8931651" y="18836"/>
            <a:chExt cx="3012622" cy="781162"/>
          </a:xfrm>
        </p:grpSpPr>
        <p:sp>
          <p:nvSpPr>
            <p:cNvPr id="11" name="TextBox 10">
              <a:extLst>
                <a:ext uri="{FF2B5EF4-FFF2-40B4-BE49-F238E27FC236}">
                  <a16:creationId xmlns:a16="http://schemas.microsoft.com/office/drawing/2014/main" id="{CB228C76-09D5-EEDD-2687-9B707FBDAC01}"/>
                </a:ext>
              </a:extLst>
            </p:cNvPr>
            <p:cNvSpPr txBox="1"/>
            <p:nvPr/>
          </p:nvSpPr>
          <p:spPr>
            <a:xfrm>
              <a:off x="8984720" y="18836"/>
              <a:ext cx="2906486" cy="611518"/>
            </a:xfrm>
            <a:prstGeom prst="rect">
              <a:avLst/>
            </a:prstGeom>
            <a:noFill/>
          </p:spPr>
          <p:txBody>
            <a:bodyPr wrap="square" rtlCol="0">
              <a:spAutoFit/>
            </a:bodyPr>
            <a:lstStyle/>
            <a:p>
              <a:r>
                <a:rPr lang="en-US" b="1" dirty="0">
                  <a:latin typeface="Copperplate Gothic Bold" panose="020E0705020206020404" pitchFamily="34" charset="0"/>
                </a:rPr>
                <a:t>Meet </a:t>
              </a:r>
              <a:r>
                <a:rPr lang="en-US" b="1" dirty="0">
                  <a:solidFill>
                    <a:schemeClr val="tx2">
                      <a:lumMod val="50000"/>
                      <a:lumOff val="50000"/>
                    </a:schemeClr>
                  </a:solidFill>
                  <a:latin typeface="Copperplate Gothic Bold" panose="020E0705020206020404" pitchFamily="34" charset="0"/>
                </a:rPr>
                <a:t>Minutes</a:t>
              </a:r>
              <a:endParaRPr lang="en-IN" b="1" dirty="0">
                <a:solidFill>
                  <a:schemeClr val="tx2">
                    <a:lumMod val="50000"/>
                    <a:lumOff val="50000"/>
                  </a:schemeClr>
                </a:solidFill>
                <a:latin typeface="Copperplate Gothic Bold" panose="020E0705020206020404" pitchFamily="34" charset="0"/>
              </a:endParaRPr>
            </a:p>
          </p:txBody>
        </p:sp>
        <p:sp>
          <p:nvSpPr>
            <p:cNvPr id="12" name="TextBox 11">
              <a:extLst>
                <a:ext uri="{FF2B5EF4-FFF2-40B4-BE49-F238E27FC236}">
                  <a16:creationId xmlns:a16="http://schemas.microsoft.com/office/drawing/2014/main" id="{AEE9B9F4-6BB9-EE1D-E725-8DEAA170660C}"/>
                </a:ext>
              </a:extLst>
            </p:cNvPr>
            <p:cNvSpPr txBox="1"/>
            <p:nvPr/>
          </p:nvSpPr>
          <p:spPr>
            <a:xfrm>
              <a:off x="8931651" y="468759"/>
              <a:ext cx="3012622" cy="331239"/>
            </a:xfrm>
            <a:prstGeom prst="rect">
              <a:avLst/>
            </a:prstGeom>
            <a:noFill/>
          </p:spPr>
          <p:txBody>
            <a:bodyPr wrap="square" rtlCol="0">
              <a:spAutoFit/>
            </a:bodyPr>
            <a:lstStyle/>
            <a:p>
              <a:r>
                <a:rPr lang="en-US" sz="700" dirty="0"/>
                <a:t>Summarize  -  Extract Minutes  -  Manage Tasks</a:t>
              </a:r>
              <a:endParaRPr lang="en-IN" sz="700" dirty="0"/>
            </a:p>
          </p:txBody>
        </p:sp>
      </p:grpSp>
      <p:sp>
        <p:nvSpPr>
          <p:cNvPr id="15" name="Rectangle: Rounded Corners 14">
            <a:extLst>
              <a:ext uri="{FF2B5EF4-FFF2-40B4-BE49-F238E27FC236}">
                <a16:creationId xmlns:a16="http://schemas.microsoft.com/office/drawing/2014/main" id="{01F74BEC-68A0-21F8-058E-8F3055E34FF0}"/>
              </a:ext>
            </a:extLst>
          </p:cNvPr>
          <p:cNvSpPr/>
          <p:nvPr/>
        </p:nvSpPr>
        <p:spPr>
          <a:xfrm>
            <a:off x="92015" y="109268"/>
            <a:ext cx="12019472" cy="6648807"/>
          </a:xfrm>
          <a:prstGeom prst="roundRect">
            <a:avLst>
              <a:gd name="adj" fmla="val 4212"/>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88407356"/>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30064-A98D-4765-1A21-90E3ED08227D}"/>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ABCC6D84-2256-53AF-7D2B-AB96541DBB62}"/>
              </a:ext>
            </a:extLst>
          </p:cNvPr>
          <p:cNvPicPr>
            <a:picLocks noChangeAspect="1"/>
          </p:cNvPicPr>
          <p:nvPr/>
        </p:nvPicPr>
        <p:blipFill>
          <a:blip r:embed="rId3">
            <a:alphaModFix amt="20000"/>
            <a:extLst>
              <a:ext uri="{28A0092B-C50C-407E-A947-70E740481C1C}">
                <a14:useLocalDpi xmlns:a14="http://schemas.microsoft.com/office/drawing/2010/main" val="0"/>
              </a:ext>
            </a:extLst>
          </a:blip>
          <a:srcRect r="2090" b="29413"/>
          <a:stretch>
            <a:fillRect/>
          </a:stretch>
        </p:blipFill>
        <p:spPr>
          <a:xfrm>
            <a:off x="4953213" y="2503718"/>
            <a:ext cx="2235312" cy="1611504"/>
          </a:xfrm>
          <a:prstGeom prst="ellipse">
            <a:avLst/>
          </a:prstGeom>
        </p:spPr>
      </p:pic>
      <p:sp>
        <p:nvSpPr>
          <p:cNvPr id="19" name="TextBox 18">
            <a:extLst>
              <a:ext uri="{FF2B5EF4-FFF2-40B4-BE49-F238E27FC236}">
                <a16:creationId xmlns:a16="http://schemas.microsoft.com/office/drawing/2014/main" id="{F23A7929-0A80-5C90-1995-08ECDFFC0EA9}"/>
              </a:ext>
            </a:extLst>
          </p:cNvPr>
          <p:cNvSpPr txBox="1"/>
          <p:nvPr/>
        </p:nvSpPr>
        <p:spPr>
          <a:xfrm>
            <a:off x="5022716" y="3149599"/>
            <a:ext cx="2096305" cy="461665"/>
          </a:xfrm>
          <a:prstGeom prst="rect">
            <a:avLst/>
          </a:prstGeom>
          <a:noFill/>
        </p:spPr>
        <p:txBody>
          <a:bodyPr wrap="square" rtlCol="0">
            <a:spAutoFit/>
          </a:bodyPr>
          <a:lstStyle/>
          <a:p>
            <a:r>
              <a:rPr lang="en-US" sz="2400" b="1" dirty="0">
                <a:latin typeface="Copperplate Gothic Bold" panose="020E0705020206020404" pitchFamily="34" charset="0"/>
              </a:rPr>
              <a:t> Thank You</a:t>
            </a:r>
            <a:endParaRPr lang="en-IN" sz="2400" b="1" dirty="0">
              <a:latin typeface="Copperplate Gothic Bold" panose="020E0705020206020404" pitchFamily="34" charset="0"/>
            </a:endParaRPr>
          </a:p>
        </p:txBody>
      </p:sp>
      <p:sp>
        <p:nvSpPr>
          <p:cNvPr id="10" name="Slide Number Placeholder 9">
            <a:extLst>
              <a:ext uri="{FF2B5EF4-FFF2-40B4-BE49-F238E27FC236}">
                <a16:creationId xmlns:a16="http://schemas.microsoft.com/office/drawing/2014/main" id="{E09CFB39-1823-1DBE-1CC6-67BD4526271E}"/>
              </a:ext>
            </a:extLst>
          </p:cNvPr>
          <p:cNvSpPr>
            <a:spLocks noGrp="1"/>
          </p:cNvSpPr>
          <p:nvPr>
            <p:ph type="sldNum" sz="quarter" idx="12"/>
          </p:nvPr>
        </p:nvSpPr>
        <p:spPr/>
        <p:txBody>
          <a:bodyPr/>
          <a:lstStyle/>
          <a:p>
            <a:fld id="{A53F6252-FAEC-4C37-BB0C-C6F407600717}" type="slidenum">
              <a:rPr lang="en-IN" smtClean="0">
                <a:solidFill>
                  <a:schemeClr val="tx1"/>
                </a:solidFill>
              </a:rPr>
              <a:t>13</a:t>
            </a:fld>
            <a:endParaRPr lang="en-IN" dirty="0">
              <a:solidFill>
                <a:schemeClr val="tx1"/>
              </a:solidFill>
            </a:endParaRPr>
          </a:p>
        </p:txBody>
      </p:sp>
      <p:sp>
        <p:nvSpPr>
          <p:cNvPr id="2" name="Date Placeholder 1">
            <a:extLst>
              <a:ext uri="{FF2B5EF4-FFF2-40B4-BE49-F238E27FC236}">
                <a16:creationId xmlns:a16="http://schemas.microsoft.com/office/drawing/2014/main" id="{2C91FC83-F7CB-B4CC-A4ED-2ACE8C60D625}"/>
              </a:ext>
            </a:extLst>
          </p:cNvPr>
          <p:cNvSpPr>
            <a:spLocks noGrp="1"/>
          </p:cNvSpPr>
          <p:nvPr>
            <p:ph type="dt" sz="half" idx="10"/>
          </p:nvPr>
        </p:nvSpPr>
        <p:spPr/>
        <p:txBody>
          <a:bodyPr/>
          <a:lstStyle/>
          <a:p>
            <a:r>
              <a:rPr lang="en-US"/>
              <a:t>DRC Presentation - 1</a:t>
            </a:r>
            <a:endParaRPr lang="en-IN"/>
          </a:p>
        </p:txBody>
      </p:sp>
      <p:sp>
        <p:nvSpPr>
          <p:cNvPr id="6" name="Rectangle: Rounded Corners 5">
            <a:extLst>
              <a:ext uri="{FF2B5EF4-FFF2-40B4-BE49-F238E27FC236}">
                <a16:creationId xmlns:a16="http://schemas.microsoft.com/office/drawing/2014/main" id="{F3D21E52-7633-46F7-1DD3-7F53BF39BA3A}"/>
              </a:ext>
            </a:extLst>
          </p:cNvPr>
          <p:cNvSpPr/>
          <p:nvPr/>
        </p:nvSpPr>
        <p:spPr>
          <a:xfrm>
            <a:off x="92015" y="109268"/>
            <a:ext cx="12019472" cy="6648807"/>
          </a:xfrm>
          <a:prstGeom prst="roundRect">
            <a:avLst>
              <a:gd name="adj" fmla="val 4212"/>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99780932"/>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327</TotalTime>
  <Words>2887</Words>
  <Application>Microsoft Office PowerPoint</Application>
  <PresentationFormat>Widescreen</PresentationFormat>
  <Paragraphs>351</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Aptos Display</vt:lpstr>
      <vt:lpstr>Arial</vt:lpstr>
      <vt:lpstr>Copperplate Gothic Bold</vt:lpstr>
      <vt:lpstr>Courier New</vt:lpstr>
      <vt:lpstr>Times New Roman</vt:lpstr>
      <vt:lpstr>Office Theme</vt:lpstr>
      <vt:lpstr>DEPARTMENT OF COMPUTER APPLICATIONS GAYATRI VIDYA PARISHAD COLLEGE OF ENGINEERING (AUTONOMOUS)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Godha Ganesh Viswanadham</dc:creator>
  <cp:lastModifiedBy>Godha Ganesh Viswanadham</cp:lastModifiedBy>
  <cp:revision>18</cp:revision>
  <dcterms:created xsi:type="dcterms:W3CDTF">2026-09-27T19:45:48Z</dcterms:created>
  <dcterms:modified xsi:type="dcterms:W3CDTF">2026-09-29T08:31:08Z</dcterms:modified>
</cp:coreProperties>
</file>